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92800" y="317520"/>
            <a:ext cx="10790640" cy="53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1079064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92800" y="59976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422040" y="59976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92800" y="599760"/>
            <a:ext cx="1079064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1079064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92800" y="599760"/>
            <a:ext cx="1079064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92800" y="59976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422040" y="59976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541400" y="31752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189640" y="31752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92800" y="59976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541400" y="59976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189640" y="59976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892800" y="317520"/>
            <a:ext cx="10790640" cy="53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1079064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892800" y="59976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422040" y="59976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892800" y="599760"/>
            <a:ext cx="1079064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1079064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892800" y="599760"/>
            <a:ext cx="1079064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892800" y="59976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6422040" y="59976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41400" y="31752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8189640" y="31752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892800" y="59976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4541400" y="59976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8189640" y="59976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892800" y="317520"/>
            <a:ext cx="10790640" cy="53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1079064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892800" y="59976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6422040" y="59976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892800" y="599760"/>
            <a:ext cx="1079064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1079064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892800" y="599760"/>
            <a:ext cx="1079064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892800" y="59976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body"/>
          </p:nvPr>
        </p:nvSpPr>
        <p:spPr>
          <a:xfrm>
            <a:off x="6422040" y="59976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4541400" y="31752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body"/>
          </p:nvPr>
        </p:nvSpPr>
        <p:spPr>
          <a:xfrm>
            <a:off x="8189640" y="31752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body"/>
          </p:nvPr>
        </p:nvSpPr>
        <p:spPr>
          <a:xfrm>
            <a:off x="892800" y="59976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 type="body"/>
          </p:nvPr>
        </p:nvSpPr>
        <p:spPr>
          <a:xfrm>
            <a:off x="4541400" y="59976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7"/>
          <p:cNvSpPr>
            <a:spLocks noGrp="1"/>
          </p:cNvSpPr>
          <p:nvPr>
            <p:ph type="body"/>
          </p:nvPr>
        </p:nvSpPr>
        <p:spPr>
          <a:xfrm>
            <a:off x="8189640" y="59976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ubTitle"/>
          </p:nvPr>
        </p:nvSpPr>
        <p:spPr>
          <a:xfrm>
            <a:off x="892800" y="317520"/>
            <a:ext cx="10790640" cy="53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1079064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body"/>
          </p:nvPr>
        </p:nvSpPr>
        <p:spPr>
          <a:xfrm>
            <a:off x="892800" y="59976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53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6422040" y="59976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body"/>
          </p:nvPr>
        </p:nvSpPr>
        <p:spPr>
          <a:xfrm>
            <a:off x="892800" y="599760"/>
            <a:ext cx="1079064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1079064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892800" y="599760"/>
            <a:ext cx="1079064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6422040" y="31752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body"/>
          </p:nvPr>
        </p:nvSpPr>
        <p:spPr>
          <a:xfrm>
            <a:off x="892800" y="59976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body"/>
          </p:nvPr>
        </p:nvSpPr>
        <p:spPr>
          <a:xfrm>
            <a:off x="6422040" y="599760"/>
            <a:ext cx="526572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892800" y="31752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body"/>
          </p:nvPr>
        </p:nvSpPr>
        <p:spPr>
          <a:xfrm>
            <a:off x="4541400" y="31752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body"/>
          </p:nvPr>
        </p:nvSpPr>
        <p:spPr>
          <a:xfrm>
            <a:off x="8189640" y="31752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body"/>
          </p:nvPr>
        </p:nvSpPr>
        <p:spPr>
          <a:xfrm>
            <a:off x="892800" y="59976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6"/>
          <p:cNvSpPr>
            <a:spLocks noGrp="1"/>
          </p:cNvSpPr>
          <p:nvPr>
            <p:ph type="body"/>
          </p:nvPr>
        </p:nvSpPr>
        <p:spPr>
          <a:xfrm>
            <a:off x="4541400" y="59976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7"/>
          <p:cNvSpPr>
            <a:spLocks noGrp="1"/>
          </p:cNvSpPr>
          <p:nvPr>
            <p:ph type="body"/>
          </p:nvPr>
        </p:nvSpPr>
        <p:spPr>
          <a:xfrm>
            <a:off x="8189640" y="599760"/>
            <a:ext cx="3474360" cy="257400"/>
          </a:xfrm>
          <a:prstGeom prst="rect">
            <a:avLst/>
          </a:prstGeom>
        </p:spPr>
        <p:txBody>
          <a:bodyPr lIns="0" rIns="0" tIns="0" bIns="0">
            <a:normAutofit fontScale="61000"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图片 4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065960" y="2297880"/>
            <a:ext cx="9283320" cy="867600"/>
          </a:xfrm>
          <a:prstGeom prst="rect">
            <a:avLst/>
          </a:prstGeom>
        </p:spPr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</a:pPr>
            <a:r>
              <a:rPr b="0" lang="zh-CN" sz="4800" spc="-1" strike="noStrike">
                <a:solidFill>
                  <a:srgbClr val="ffffff"/>
                </a:solidFill>
                <a:latin typeface="微软雅黑"/>
                <a:ea typeface="微软雅黑"/>
              </a:rPr>
              <a:t>单击此处编辑母版标题样式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图片 5" descr=""/>
          <p:cNvPicPr/>
          <p:nvPr/>
        </p:nvPicPr>
        <p:blipFill>
          <a:blip r:embed="rId3"/>
          <a:stretch/>
        </p:blipFill>
        <p:spPr>
          <a:xfrm>
            <a:off x="10954440" y="280080"/>
            <a:ext cx="855360" cy="287640"/>
          </a:xfrm>
          <a:prstGeom prst="rect">
            <a:avLst/>
          </a:prstGeom>
          <a:ln>
            <a:noFill/>
          </a:ln>
        </p:spPr>
      </p:pic>
      <p:sp>
        <p:nvSpPr>
          <p:cNvPr id="3" name="CustomShape 2"/>
          <p:cNvSpPr/>
          <p:nvPr/>
        </p:nvSpPr>
        <p:spPr>
          <a:xfrm>
            <a:off x="457920" y="6428880"/>
            <a:ext cx="4776120" cy="21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所有版权归吉咖智能所有，任何人不得以任何方式部分或全部传播，吉咖智能保留追究法律责任的权利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1" descr=""/>
          <p:cNvPicPr/>
          <p:nvPr/>
        </p:nvPicPr>
        <p:blipFill>
          <a:blip r:embed="rId2"/>
          <a:stretch/>
        </p:blipFill>
        <p:spPr>
          <a:xfrm>
            <a:off x="0" y="2880"/>
            <a:ext cx="12191760" cy="6858000"/>
          </a:xfrm>
          <a:prstGeom prst="rect">
            <a:avLst/>
          </a:prstGeom>
          <a:ln>
            <a:noFill/>
          </a:ln>
        </p:spPr>
      </p:pic>
      <p:pic>
        <p:nvPicPr>
          <p:cNvPr id="42" name="图片 4" descr=""/>
          <p:cNvPicPr/>
          <p:nvPr/>
        </p:nvPicPr>
        <p:blipFill>
          <a:blip r:embed="rId3"/>
          <a:stretch/>
        </p:blipFill>
        <p:spPr>
          <a:xfrm>
            <a:off x="10954440" y="280080"/>
            <a:ext cx="855360" cy="287640"/>
          </a:xfrm>
          <a:prstGeom prst="rect">
            <a:avLst/>
          </a:prstGeom>
          <a:ln>
            <a:noFill/>
          </a:ln>
        </p:spPr>
      </p:pic>
      <p:sp>
        <p:nvSpPr>
          <p:cNvPr id="43" name="CustomShape 1"/>
          <p:cNvSpPr/>
          <p:nvPr/>
        </p:nvSpPr>
        <p:spPr>
          <a:xfrm>
            <a:off x="11529720" y="6428880"/>
            <a:ext cx="289080" cy="15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CustomShape 2"/>
          <p:cNvSpPr/>
          <p:nvPr/>
        </p:nvSpPr>
        <p:spPr>
          <a:xfrm>
            <a:off x="6401160" y="3884040"/>
            <a:ext cx="8743320" cy="382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892800" y="317520"/>
            <a:ext cx="10790640" cy="539640"/>
          </a:xfrm>
          <a:prstGeom prst="rect">
            <a:avLst/>
          </a:prstGeom>
        </p:spPr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zh-CN" sz="2800" spc="-1" strike="noStrike">
                <a:solidFill>
                  <a:srgbClr val="1d2129"/>
                </a:solidFill>
                <a:latin typeface="微软雅黑"/>
                <a:ea typeface="微软雅黑"/>
              </a:rPr>
              <a:t>单击此处编辑母版文本样式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892800" y="1153080"/>
            <a:ext cx="10790640" cy="467964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marL="228600" indent="-228240">
              <a:lnSpc>
                <a:spcPct val="150000"/>
              </a:lnSpc>
              <a:spcBef>
                <a:spcPts val="1001"/>
              </a:spcBef>
              <a:buClr>
                <a:srgbClr val="1d2129"/>
              </a:buClr>
              <a:buFont typeface="Arial"/>
              <a:buChar char="•"/>
            </a:pPr>
            <a:r>
              <a:rPr b="0" lang="zh-CN" sz="2000" spc="-1" strike="noStrike">
                <a:solidFill>
                  <a:srgbClr val="1d2129"/>
                </a:solidFill>
                <a:latin typeface="微软雅黑"/>
                <a:ea typeface="微软雅黑"/>
              </a:rPr>
              <a:t>单击此处编辑母版文本样式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240">
              <a:lnSpc>
                <a:spcPct val="150000"/>
              </a:lnSpc>
              <a:spcBef>
                <a:spcPts val="499"/>
              </a:spcBef>
              <a:buClr>
                <a:srgbClr val="1d2129"/>
              </a:buClr>
              <a:buFont typeface="Arial"/>
              <a:buChar char="•"/>
            </a:pPr>
            <a:r>
              <a:rPr b="0" lang="zh-CN" sz="2000" spc="-1" strike="noStrike">
                <a:solidFill>
                  <a:srgbClr val="1d2129"/>
                </a:solidFill>
                <a:latin typeface="微软雅黑"/>
                <a:ea typeface="微软雅黑"/>
              </a:rPr>
              <a:t>二级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240">
              <a:lnSpc>
                <a:spcPct val="150000"/>
              </a:lnSpc>
              <a:spcBef>
                <a:spcPts val="499"/>
              </a:spcBef>
              <a:buClr>
                <a:srgbClr val="1d2129"/>
              </a:buClr>
              <a:buFont typeface="Arial"/>
              <a:buChar char="•"/>
            </a:pPr>
            <a:r>
              <a:rPr b="0" lang="zh-CN" sz="2000" spc="-1" strike="noStrike">
                <a:solidFill>
                  <a:srgbClr val="1d2129"/>
                </a:solidFill>
                <a:latin typeface="微软雅黑"/>
                <a:ea typeface="微软雅黑"/>
              </a:rPr>
              <a:t>三级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240">
              <a:lnSpc>
                <a:spcPct val="150000"/>
              </a:lnSpc>
              <a:spcBef>
                <a:spcPts val="499"/>
              </a:spcBef>
              <a:buClr>
                <a:srgbClr val="1d2129"/>
              </a:buClr>
              <a:buFont typeface="Arial"/>
              <a:buChar char="•"/>
            </a:pPr>
            <a:r>
              <a:rPr b="0" lang="zh-CN" sz="2000" spc="-1" strike="noStrike">
                <a:solidFill>
                  <a:srgbClr val="1d2129"/>
                </a:solidFill>
                <a:latin typeface="微软雅黑"/>
                <a:ea typeface="微软雅黑"/>
              </a:rPr>
              <a:t>四级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240">
              <a:lnSpc>
                <a:spcPct val="150000"/>
              </a:lnSpc>
              <a:spcBef>
                <a:spcPts val="499"/>
              </a:spcBef>
              <a:buClr>
                <a:srgbClr val="1d2129"/>
              </a:buClr>
              <a:buFont typeface="Arial"/>
              <a:buChar char="•"/>
            </a:pPr>
            <a:r>
              <a:rPr b="0" lang="zh-CN" sz="2000" spc="-1" strike="noStrike">
                <a:solidFill>
                  <a:srgbClr val="1d2129"/>
                </a:solidFill>
                <a:latin typeface="微软雅黑"/>
                <a:ea typeface="微软雅黑"/>
              </a:rPr>
              <a:t>五级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CustomShape 5"/>
          <p:cNvSpPr/>
          <p:nvPr/>
        </p:nvSpPr>
        <p:spPr>
          <a:xfrm>
            <a:off x="457920" y="6428880"/>
            <a:ext cx="4776120" cy="21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800" spc="-1" strike="noStrike">
                <a:solidFill>
                  <a:srgbClr val="8c96a3"/>
                </a:solidFill>
                <a:latin typeface="微软雅黑"/>
                <a:ea typeface="微软雅黑"/>
              </a:rPr>
              <a:t>所有版权归吉咖智能所有，任何人不得以任何方式部分或全部传播，吉咖智能保留追究法律责任的权利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图片 4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ln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903000" y="2297880"/>
            <a:ext cx="4191480" cy="867600"/>
          </a:xfrm>
          <a:prstGeom prst="rect">
            <a:avLst/>
          </a:prstGeom>
        </p:spPr>
        <p:txBody>
          <a:bodyPr lIns="90000" rIns="90000" tIns="45000" bIns="45000" anchor="b">
            <a:noAutofit/>
          </a:bodyPr>
          <a:p>
            <a:pPr algn="r">
              <a:lnSpc>
                <a:spcPct val="9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微软雅黑"/>
                <a:ea typeface="微软雅黑"/>
              </a:rPr>
              <a:t>THANK YOU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图片 7" descr=""/>
          <p:cNvPicPr/>
          <p:nvPr/>
        </p:nvPicPr>
        <p:blipFill>
          <a:blip r:embed="rId3"/>
          <a:stretch/>
        </p:blipFill>
        <p:spPr>
          <a:xfrm>
            <a:off x="10954440" y="280080"/>
            <a:ext cx="855360" cy="28764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457920" y="6428880"/>
            <a:ext cx="4776120" cy="21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所有版权归吉咖智能所有，任何人不得以任何方式部分或全部传播，吉咖智能保留追究法律责任的权利</a:t>
            </a:r>
            <a:endParaRPr b="0" lang="en-US" sz="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图片 1" descr=""/>
          <p:cNvPicPr/>
          <p:nvPr/>
        </p:nvPicPr>
        <p:blipFill>
          <a:blip r:embed="rId2"/>
          <a:stretch/>
        </p:blipFill>
        <p:spPr>
          <a:xfrm>
            <a:off x="0" y="2880"/>
            <a:ext cx="12191760" cy="6858000"/>
          </a:xfrm>
          <a:prstGeom prst="rect">
            <a:avLst/>
          </a:prstGeom>
          <a:ln>
            <a:noFill/>
          </a:ln>
        </p:spPr>
      </p:pic>
      <p:pic>
        <p:nvPicPr>
          <p:cNvPr id="126" name="图片 4" descr=""/>
          <p:cNvPicPr/>
          <p:nvPr/>
        </p:nvPicPr>
        <p:blipFill>
          <a:blip r:embed="rId3"/>
          <a:stretch/>
        </p:blipFill>
        <p:spPr>
          <a:xfrm>
            <a:off x="10954440" y="280080"/>
            <a:ext cx="855360" cy="287640"/>
          </a:xfrm>
          <a:prstGeom prst="rect">
            <a:avLst/>
          </a:prstGeom>
          <a:ln>
            <a:noFill/>
          </a:ln>
        </p:spPr>
      </p:pic>
      <p:sp>
        <p:nvSpPr>
          <p:cNvPr id="127" name="CustomShape 1"/>
          <p:cNvSpPr/>
          <p:nvPr/>
        </p:nvSpPr>
        <p:spPr>
          <a:xfrm>
            <a:off x="11529720" y="6428880"/>
            <a:ext cx="289080" cy="15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CustomShape 2"/>
          <p:cNvSpPr/>
          <p:nvPr/>
        </p:nvSpPr>
        <p:spPr>
          <a:xfrm>
            <a:off x="6401160" y="3884040"/>
            <a:ext cx="8743320" cy="382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892800" y="317520"/>
            <a:ext cx="10790640" cy="539640"/>
          </a:xfrm>
          <a:prstGeom prst="rect">
            <a:avLst/>
          </a:prstGeom>
        </p:spPr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zh-CN" sz="2800" spc="-1" strike="noStrike">
                <a:solidFill>
                  <a:srgbClr val="1d2129"/>
                </a:solidFill>
                <a:latin typeface="微软雅黑"/>
                <a:ea typeface="微软雅黑"/>
              </a:rPr>
              <a:t>单击此处编辑母版文本样式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892800" y="1153080"/>
            <a:ext cx="10790640" cy="467964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marL="228600" indent="-228240">
              <a:lnSpc>
                <a:spcPct val="150000"/>
              </a:lnSpc>
              <a:spcBef>
                <a:spcPts val="1001"/>
              </a:spcBef>
              <a:buClr>
                <a:srgbClr val="1d2129"/>
              </a:buClr>
              <a:buFont typeface="Arial"/>
              <a:buChar char="•"/>
            </a:pPr>
            <a:r>
              <a:rPr b="0" lang="zh-CN" sz="2000" spc="-1" strike="noStrike">
                <a:solidFill>
                  <a:srgbClr val="1d2129"/>
                </a:solidFill>
                <a:latin typeface="微软雅黑"/>
                <a:ea typeface="微软雅黑"/>
              </a:rPr>
              <a:t>单击此处编辑母版文本样式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240">
              <a:lnSpc>
                <a:spcPct val="150000"/>
              </a:lnSpc>
              <a:spcBef>
                <a:spcPts val="499"/>
              </a:spcBef>
              <a:buClr>
                <a:srgbClr val="1d2129"/>
              </a:buClr>
              <a:buFont typeface="Arial"/>
              <a:buChar char="•"/>
            </a:pPr>
            <a:r>
              <a:rPr b="0" lang="zh-CN" sz="2000" spc="-1" strike="noStrike">
                <a:solidFill>
                  <a:srgbClr val="1d2129"/>
                </a:solidFill>
                <a:latin typeface="微软雅黑"/>
                <a:ea typeface="微软雅黑"/>
              </a:rPr>
              <a:t>二级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240">
              <a:lnSpc>
                <a:spcPct val="150000"/>
              </a:lnSpc>
              <a:spcBef>
                <a:spcPts val="499"/>
              </a:spcBef>
              <a:buClr>
                <a:srgbClr val="1d2129"/>
              </a:buClr>
              <a:buFont typeface="Arial"/>
              <a:buChar char="•"/>
            </a:pPr>
            <a:r>
              <a:rPr b="0" lang="zh-CN" sz="2000" spc="-1" strike="noStrike">
                <a:solidFill>
                  <a:srgbClr val="1d2129"/>
                </a:solidFill>
                <a:latin typeface="微软雅黑"/>
                <a:ea typeface="微软雅黑"/>
              </a:rPr>
              <a:t>三级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240">
              <a:lnSpc>
                <a:spcPct val="150000"/>
              </a:lnSpc>
              <a:spcBef>
                <a:spcPts val="499"/>
              </a:spcBef>
              <a:buClr>
                <a:srgbClr val="1d2129"/>
              </a:buClr>
              <a:buFont typeface="Arial"/>
              <a:buChar char="•"/>
            </a:pPr>
            <a:r>
              <a:rPr b="0" lang="zh-CN" sz="2000" spc="-1" strike="noStrike">
                <a:solidFill>
                  <a:srgbClr val="1d2129"/>
                </a:solidFill>
                <a:latin typeface="微软雅黑"/>
                <a:ea typeface="微软雅黑"/>
              </a:rPr>
              <a:t>四级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240">
              <a:lnSpc>
                <a:spcPct val="150000"/>
              </a:lnSpc>
              <a:spcBef>
                <a:spcPts val="499"/>
              </a:spcBef>
              <a:buClr>
                <a:srgbClr val="1d2129"/>
              </a:buClr>
              <a:buFont typeface="Arial"/>
              <a:buChar char="•"/>
            </a:pPr>
            <a:r>
              <a:rPr b="0" lang="zh-CN" sz="2000" spc="-1" strike="noStrike">
                <a:solidFill>
                  <a:srgbClr val="1d2129"/>
                </a:solidFill>
                <a:latin typeface="微软雅黑"/>
                <a:ea typeface="微软雅黑"/>
              </a:rPr>
              <a:t>五级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CustomShape 5"/>
          <p:cNvSpPr/>
          <p:nvPr/>
        </p:nvSpPr>
        <p:spPr>
          <a:xfrm>
            <a:off x="457920" y="6428880"/>
            <a:ext cx="4776120" cy="21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800" spc="-1" strike="noStrike">
                <a:solidFill>
                  <a:srgbClr val="8c96a3"/>
                </a:solidFill>
                <a:latin typeface="微软雅黑"/>
                <a:ea typeface="微软雅黑"/>
              </a:rPr>
              <a:t>所有版权归吉咖智能所有，任何人不得以任何方式部分或全部传播，吉咖智能保留追究法律责任的权利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32" name="PlaceHolder 6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Shape 1"/>
          <p:cNvSpPr txBox="1"/>
          <p:nvPr/>
        </p:nvSpPr>
        <p:spPr>
          <a:xfrm>
            <a:off x="1065960" y="2297880"/>
            <a:ext cx="9283320" cy="867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</a:pPr>
            <a:r>
              <a:rPr b="0" lang="zh-CN" sz="4800" spc="-1" strike="noStrike">
                <a:solidFill>
                  <a:srgbClr val="ffffff"/>
                </a:solidFill>
                <a:latin typeface="微软雅黑"/>
                <a:ea typeface="微软雅黑"/>
              </a:rPr>
              <a:t>下匝道路径规划方案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Shape 2"/>
          <p:cNvSpPr txBox="1"/>
          <p:nvPr/>
        </p:nvSpPr>
        <p:spPr>
          <a:xfrm>
            <a:off x="1065960" y="3414600"/>
            <a:ext cx="9283320" cy="862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微软雅黑"/>
                <a:ea typeface="微软雅黑"/>
              </a:rPr>
              <a:t>Jica </a:t>
            </a:r>
            <a:r>
              <a:rPr b="0" lang="en-US" sz="2400" spc="-1" strike="noStrike">
                <a:solidFill>
                  <a:srgbClr val="ffffff"/>
                </a:solidFill>
                <a:latin typeface="微软雅黑"/>
                <a:ea typeface="微软雅黑"/>
              </a:rPr>
              <a:t>Intelligent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微软雅黑"/>
                <a:ea typeface="微软雅黑"/>
              </a:rPr>
              <a:t>Robotics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grpSp>
        <p:nvGrpSpPr>
          <p:cNvPr id="171" name="Group 3"/>
          <p:cNvGrpSpPr/>
          <p:nvPr/>
        </p:nvGrpSpPr>
        <p:grpSpPr>
          <a:xfrm>
            <a:off x="13043520" y="6120"/>
            <a:ext cx="8538840" cy="5561280"/>
            <a:chOff x="13043520" y="6120"/>
            <a:chExt cx="8538840" cy="5561280"/>
          </a:xfrm>
        </p:grpSpPr>
        <p:sp>
          <p:nvSpPr>
            <p:cNvPr id="172" name="CustomShape 4"/>
            <p:cNvSpPr/>
            <p:nvPr/>
          </p:nvSpPr>
          <p:spPr>
            <a:xfrm>
              <a:off x="13043520" y="15120"/>
              <a:ext cx="719640" cy="1350000"/>
            </a:xfrm>
            <a:prstGeom prst="rect">
              <a:avLst/>
            </a:prstGeom>
            <a:solidFill>
              <a:srgbClr val="3052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3" name="CustomShape 5"/>
            <p:cNvSpPr/>
            <p:nvPr/>
          </p:nvSpPr>
          <p:spPr>
            <a:xfrm>
              <a:off x="13841640" y="6120"/>
              <a:ext cx="53784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zh-CN" sz="1400" spc="-1" strike="noStrike">
                  <a:solidFill>
                    <a:srgbClr val="000000"/>
                  </a:solidFill>
                  <a:latin typeface="Arial"/>
                </a:rPr>
                <a:t>靛蓝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74" name="CustomShape 6"/>
            <p:cNvSpPr/>
            <p:nvPr/>
          </p:nvSpPr>
          <p:spPr>
            <a:xfrm>
              <a:off x="13840200" y="293400"/>
              <a:ext cx="632160" cy="7297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R:48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G:82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B:117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75" name="CustomShape 7"/>
            <p:cNvSpPr/>
            <p:nvPr/>
          </p:nvSpPr>
          <p:spPr>
            <a:xfrm>
              <a:off x="13832280" y="1011600"/>
              <a:ext cx="87300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#</a:t>
              </a:r>
              <a:r>
                <a:rPr b="0" lang="is-IS" sz="1400" spc="-1" strike="noStrike">
                  <a:solidFill>
                    <a:srgbClr val="000000"/>
                  </a:solidFill>
                  <a:latin typeface="Arial"/>
                </a:rPr>
                <a:t>305275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76" name="CustomShape 8"/>
            <p:cNvSpPr/>
            <p:nvPr/>
          </p:nvSpPr>
          <p:spPr>
            <a:xfrm>
              <a:off x="15366960" y="15120"/>
              <a:ext cx="719640" cy="1350000"/>
            </a:xfrm>
            <a:prstGeom prst="rect">
              <a:avLst/>
            </a:prstGeom>
            <a:solidFill>
              <a:srgbClr val="79a6b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7" name="CustomShape 9"/>
            <p:cNvSpPr/>
            <p:nvPr/>
          </p:nvSpPr>
          <p:spPr>
            <a:xfrm>
              <a:off x="16165080" y="6120"/>
              <a:ext cx="53784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zh-CN" sz="1400" spc="-1" strike="noStrike">
                  <a:solidFill>
                    <a:srgbClr val="000000"/>
                  </a:solidFill>
                  <a:latin typeface="Arial"/>
                </a:rPr>
                <a:t>正青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78" name="CustomShape 10"/>
            <p:cNvSpPr/>
            <p:nvPr/>
          </p:nvSpPr>
          <p:spPr>
            <a:xfrm>
              <a:off x="16144920" y="293400"/>
              <a:ext cx="665640" cy="7297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R:121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G:166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B:183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79" name="CustomShape 11"/>
            <p:cNvSpPr/>
            <p:nvPr/>
          </p:nvSpPr>
          <p:spPr>
            <a:xfrm>
              <a:off x="16148880" y="1011600"/>
              <a:ext cx="91260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#</a:t>
              </a:r>
              <a:r>
                <a:rPr b="0" lang="fi-FI" sz="1400" spc="-1" strike="noStrike">
                  <a:solidFill>
                    <a:srgbClr val="000000"/>
                  </a:solidFill>
                  <a:latin typeface="Arial"/>
                </a:rPr>
                <a:t>79A6B7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80" name="CustomShape 12"/>
            <p:cNvSpPr/>
            <p:nvPr/>
          </p:nvSpPr>
          <p:spPr>
            <a:xfrm>
              <a:off x="17590320" y="15120"/>
              <a:ext cx="721440" cy="1353240"/>
            </a:xfrm>
            <a:prstGeom prst="rect">
              <a:avLst/>
            </a:prstGeom>
            <a:solidFill>
              <a:srgbClr val="b2d2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1" name="CustomShape 13"/>
            <p:cNvSpPr/>
            <p:nvPr/>
          </p:nvSpPr>
          <p:spPr>
            <a:xfrm>
              <a:off x="18388440" y="6120"/>
              <a:ext cx="53784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zh-CN" sz="1400" spc="-1" strike="noStrike">
                  <a:solidFill>
                    <a:srgbClr val="000000"/>
                  </a:solidFill>
                  <a:latin typeface="Arial"/>
                </a:rPr>
                <a:t>井田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82" name="CustomShape 14"/>
            <p:cNvSpPr/>
            <p:nvPr/>
          </p:nvSpPr>
          <p:spPr>
            <a:xfrm>
              <a:off x="18368280" y="293400"/>
              <a:ext cx="665640" cy="7297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R:178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G:210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B:221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83" name="CustomShape 15"/>
            <p:cNvSpPr/>
            <p:nvPr/>
          </p:nvSpPr>
          <p:spPr>
            <a:xfrm>
              <a:off x="18372240" y="1011600"/>
              <a:ext cx="97992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#B2D2DD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84" name="CustomShape 16"/>
            <p:cNvSpPr/>
            <p:nvPr/>
          </p:nvSpPr>
          <p:spPr>
            <a:xfrm>
              <a:off x="19783800" y="41040"/>
              <a:ext cx="719640" cy="1350000"/>
            </a:xfrm>
            <a:prstGeom prst="rect">
              <a:avLst/>
            </a:prstGeom>
            <a:solidFill>
              <a:srgbClr val="c8c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5" name="CustomShape 17"/>
            <p:cNvSpPr/>
            <p:nvPr/>
          </p:nvSpPr>
          <p:spPr>
            <a:xfrm>
              <a:off x="20582640" y="31680"/>
              <a:ext cx="71604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zh-CN" sz="1400" spc="-1" strike="noStrike">
                  <a:solidFill>
                    <a:srgbClr val="000000"/>
                  </a:solidFill>
                  <a:latin typeface="Arial"/>
                </a:rPr>
                <a:t>极地灰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86" name="CustomShape 18"/>
            <p:cNvSpPr/>
            <p:nvPr/>
          </p:nvSpPr>
          <p:spPr>
            <a:xfrm>
              <a:off x="20561760" y="293400"/>
              <a:ext cx="665640" cy="7297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R:200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G:200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B:200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87" name="CustomShape 19"/>
            <p:cNvSpPr/>
            <p:nvPr/>
          </p:nvSpPr>
          <p:spPr>
            <a:xfrm>
              <a:off x="20553120" y="1011600"/>
              <a:ext cx="95976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#C8C8C8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88" name="CustomShape 20"/>
            <p:cNvSpPr/>
            <p:nvPr/>
          </p:nvSpPr>
          <p:spPr>
            <a:xfrm>
              <a:off x="13043520" y="2205720"/>
              <a:ext cx="719640" cy="1353240"/>
            </a:xfrm>
            <a:prstGeom prst="rect">
              <a:avLst/>
            </a:prstGeom>
            <a:solidFill>
              <a:srgbClr val="1d21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9" name="CustomShape 21"/>
            <p:cNvSpPr/>
            <p:nvPr/>
          </p:nvSpPr>
          <p:spPr>
            <a:xfrm>
              <a:off x="13842360" y="2196360"/>
              <a:ext cx="71604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zh-CN" sz="1400" spc="-1" strike="noStrike">
                  <a:solidFill>
                    <a:srgbClr val="000000"/>
                  </a:solidFill>
                  <a:latin typeface="Arial"/>
                </a:rPr>
                <a:t>标题色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90" name="CustomShape 22"/>
            <p:cNvSpPr/>
            <p:nvPr/>
          </p:nvSpPr>
          <p:spPr>
            <a:xfrm>
              <a:off x="13823640" y="2462040"/>
              <a:ext cx="566640" cy="7297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R:29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G:33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B:41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91" name="CustomShape 23"/>
            <p:cNvSpPr/>
            <p:nvPr/>
          </p:nvSpPr>
          <p:spPr>
            <a:xfrm>
              <a:off x="13832280" y="3159000"/>
              <a:ext cx="90216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#1D2129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92" name="CustomShape 24"/>
            <p:cNvSpPr/>
            <p:nvPr/>
          </p:nvSpPr>
          <p:spPr>
            <a:xfrm>
              <a:off x="15362280" y="2180160"/>
              <a:ext cx="719640" cy="1353240"/>
            </a:xfrm>
            <a:prstGeom prst="rect">
              <a:avLst/>
            </a:prstGeom>
            <a:solidFill>
              <a:srgbClr val="4c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3" name="CustomShape 25"/>
            <p:cNvSpPr/>
            <p:nvPr/>
          </p:nvSpPr>
          <p:spPr>
            <a:xfrm>
              <a:off x="16160760" y="2170800"/>
              <a:ext cx="71604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zh-CN" sz="1400" spc="-1" strike="noStrike">
                  <a:solidFill>
                    <a:srgbClr val="000000"/>
                  </a:solidFill>
                  <a:latin typeface="Arial"/>
                </a:rPr>
                <a:t>正文色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94" name="CustomShape 26"/>
            <p:cNvSpPr/>
            <p:nvPr/>
          </p:nvSpPr>
          <p:spPr>
            <a:xfrm>
              <a:off x="16139160" y="2449440"/>
              <a:ext cx="645840" cy="7297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R:76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G:89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B:105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95" name="CustomShape 27"/>
            <p:cNvSpPr/>
            <p:nvPr/>
          </p:nvSpPr>
          <p:spPr>
            <a:xfrm>
              <a:off x="16143840" y="3159000"/>
              <a:ext cx="95220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# 4C5969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96" name="CustomShape 28"/>
            <p:cNvSpPr/>
            <p:nvPr/>
          </p:nvSpPr>
          <p:spPr>
            <a:xfrm>
              <a:off x="17590320" y="2170800"/>
              <a:ext cx="719640" cy="1353240"/>
            </a:xfrm>
            <a:prstGeom prst="rect">
              <a:avLst/>
            </a:prstGeom>
            <a:solidFill>
              <a:srgbClr val="8c96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7" name="CustomShape 29"/>
            <p:cNvSpPr/>
            <p:nvPr/>
          </p:nvSpPr>
          <p:spPr>
            <a:xfrm>
              <a:off x="18405000" y="2161440"/>
              <a:ext cx="89424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zh-CN" sz="1400" spc="-1" strike="noStrike">
                  <a:solidFill>
                    <a:srgbClr val="000000"/>
                  </a:solidFill>
                  <a:latin typeface="Arial"/>
                </a:rPr>
                <a:t>次要文字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98" name="CustomShape 30"/>
            <p:cNvSpPr/>
            <p:nvPr/>
          </p:nvSpPr>
          <p:spPr>
            <a:xfrm>
              <a:off x="18368280" y="2444760"/>
              <a:ext cx="665640" cy="7297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R:140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G:150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B:163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99" name="CustomShape 31"/>
            <p:cNvSpPr/>
            <p:nvPr/>
          </p:nvSpPr>
          <p:spPr>
            <a:xfrm>
              <a:off x="18372240" y="3159000"/>
              <a:ext cx="97200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# 8C96A3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200" name="CustomShape 32"/>
            <p:cNvSpPr/>
            <p:nvPr/>
          </p:nvSpPr>
          <p:spPr>
            <a:xfrm>
              <a:off x="19783800" y="2205720"/>
              <a:ext cx="719640" cy="1353240"/>
            </a:xfrm>
            <a:prstGeom prst="rect">
              <a:avLst/>
            </a:prstGeom>
            <a:solidFill>
              <a:srgbClr val="cbcf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1" name="CustomShape 33"/>
            <p:cNvSpPr/>
            <p:nvPr/>
          </p:nvSpPr>
          <p:spPr>
            <a:xfrm>
              <a:off x="20598120" y="2196360"/>
              <a:ext cx="89424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zh-CN" sz="1400" spc="-1" strike="noStrike">
                  <a:solidFill>
                    <a:srgbClr val="000000"/>
                  </a:solidFill>
                  <a:latin typeface="Arial"/>
                </a:rPr>
                <a:t>置灰文字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202" name="CustomShape 34"/>
            <p:cNvSpPr/>
            <p:nvPr/>
          </p:nvSpPr>
          <p:spPr>
            <a:xfrm>
              <a:off x="20561760" y="2462040"/>
              <a:ext cx="665640" cy="7297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R:203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G:207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B:212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203" name="CustomShape 35"/>
            <p:cNvSpPr/>
            <p:nvPr/>
          </p:nvSpPr>
          <p:spPr>
            <a:xfrm>
              <a:off x="20543040" y="3159000"/>
              <a:ext cx="103932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# CBCFD4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204" name="CustomShape 36"/>
            <p:cNvSpPr/>
            <p:nvPr/>
          </p:nvSpPr>
          <p:spPr>
            <a:xfrm>
              <a:off x="13043520" y="4214160"/>
              <a:ext cx="719640" cy="1353240"/>
            </a:xfrm>
            <a:prstGeom prst="rect">
              <a:avLst/>
            </a:prstGeom>
            <a:solidFill>
              <a:srgbClr val="ff5c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5" name="CustomShape 37"/>
            <p:cNvSpPr/>
            <p:nvPr/>
          </p:nvSpPr>
          <p:spPr>
            <a:xfrm>
              <a:off x="13842360" y="4204800"/>
              <a:ext cx="71604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zh-CN" sz="1400" spc="-1" strike="noStrike">
                  <a:solidFill>
                    <a:srgbClr val="000000"/>
                  </a:solidFill>
                  <a:latin typeface="Arial"/>
                </a:rPr>
                <a:t>朝阳橙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206" name="CustomShape 38"/>
            <p:cNvSpPr/>
            <p:nvPr/>
          </p:nvSpPr>
          <p:spPr>
            <a:xfrm>
              <a:off x="13841640" y="4470480"/>
              <a:ext cx="656640" cy="7297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R:255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G:92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B:53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207" name="CustomShape 39"/>
            <p:cNvSpPr/>
            <p:nvPr/>
          </p:nvSpPr>
          <p:spPr>
            <a:xfrm>
              <a:off x="13843080" y="5167080"/>
              <a:ext cx="92160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#FF5C35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208" name="CustomShape 40"/>
            <p:cNvSpPr/>
            <p:nvPr/>
          </p:nvSpPr>
          <p:spPr>
            <a:xfrm>
              <a:off x="15362280" y="4214160"/>
              <a:ext cx="719640" cy="1353240"/>
            </a:xfrm>
            <a:prstGeom prst="rect">
              <a:avLst/>
            </a:prstGeom>
            <a:solidFill>
              <a:srgbClr val="333f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9" name="CustomShape 41"/>
            <p:cNvSpPr/>
            <p:nvPr/>
          </p:nvSpPr>
          <p:spPr>
            <a:xfrm>
              <a:off x="16160760" y="4214160"/>
              <a:ext cx="71604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zh-CN" sz="1400" spc="-1" strike="noStrike">
                  <a:solidFill>
                    <a:srgbClr val="000000"/>
                  </a:solidFill>
                  <a:latin typeface="Arial"/>
                </a:rPr>
                <a:t>硅晶灰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210" name="CustomShape 42"/>
            <p:cNvSpPr/>
            <p:nvPr/>
          </p:nvSpPr>
          <p:spPr>
            <a:xfrm>
              <a:off x="16159680" y="4502160"/>
              <a:ext cx="568080" cy="7297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R:51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G:63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B:72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211" name="CustomShape 43"/>
            <p:cNvSpPr/>
            <p:nvPr/>
          </p:nvSpPr>
          <p:spPr>
            <a:xfrm>
              <a:off x="16160400" y="5176440"/>
              <a:ext cx="88380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#333F48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212" name="CustomShape 44"/>
            <p:cNvSpPr/>
            <p:nvPr/>
          </p:nvSpPr>
          <p:spPr>
            <a:xfrm>
              <a:off x="17645040" y="4214160"/>
              <a:ext cx="719640" cy="135324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3" name="CustomShape 45"/>
            <p:cNvSpPr/>
            <p:nvPr/>
          </p:nvSpPr>
          <p:spPr>
            <a:xfrm>
              <a:off x="18443520" y="4214160"/>
              <a:ext cx="71604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zh-CN" sz="1400" spc="-1" strike="noStrike">
                  <a:solidFill>
                    <a:srgbClr val="000000"/>
                  </a:solidFill>
                  <a:latin typeface="Arial"/>
                </a:rPr>
                <a:t>浩夜黑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214" name="CustomShape 46"/>
            <p:cNvSpPr/>
            <p:nvPr/>
          </p:nvSpPr>
          <p:spPr>
            <a:xfrm>
              <a:off x="18442080" y="4502160"/>
              <a:ext cx="469080" cy="7297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R:0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G:0</a:t>
              </a:r>
              <a:endParaRPr b="0" lang="en-US" sz="14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B:0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215" name="CustomShape 47"/>
            <p:cNvSpPr/>
            <p:nvPr/>
          </p:nvSpPr>
          <p:spPr>
            <a:xfrm>
              <a:off x="18442800" y="5176440"/>
              <a:ext cx="87444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</a:rPr>
                <a:t>#000000</a:t>
              </a:r>
              <a:endParaRPr b="0" lang="en-US" sz="14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Shape 1"/>
          <p:cNvSpPr txBox="1"/>
          <p:nvPr/>
        </p:nvSpPr>
        <p:spPr>
          <a:xfrm>
            <a:off x="892800" y="290520"/>
            <a:ext cx="10790640" cy="539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zh-CN" sz="2800" spc="-1" strike="noStrike">
                <a:solidFill>
                  <a:srgbClr val="1d2129"/>
                </a:solidFill>
                <a:latin typeface="微软雅黑"/>
                <a:ea typeface="微软雅黑"/>
              </a:rPr>
              <a:t>五次多项式规划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CustomShape 2"/>
          <p:cNvSpPr/>
          <p:nvPr/>
        </p:nvSpPr>
        <p:spPr>
          <a:xfrm>
            <a:off x="892800" y="932040"/>
            <a:ext cx="10469520" cy="81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US" sz="1600" spc="97" strike="noStrike">
                <a:solidFill>
                  <a:srgbClr val="323f48"/>
                </a:solidFill>
                <a:latin typeface="微软雅黑"/>
                <a:ea typeface="微软雅黑"/>
              </a:rPr>
              <a:t>y = d0 + d1*x + d2*x^2 + d3*x^3 + d4*x^4 + d5*x^5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zh-CN" sz="1600" spc="97" strike="noStrike">
                <a:solidFill>
                  <a:srgbClr val="323f48"/>
                </a:solidFill>
                <a:latin typeface="微软雅黑"/>
                <a:ea typeface="微软雅黑"/>
              </a:rPr>
              <a:t>根据起点和和终点状态，解线性方程组，得到</a:t>
            </a:r>
            <a:r>
              <a:rPr b="0" lang="en-US" sz="1600" spc="97" strike="noStrike">
                <a:solidFill>
                  <a:srgbClr val="323f48"/>
                </a:solidFill>
                <a:latin typeface="微软雅黑"/>
                <a:ea typeface="微软雅黑"/>
              </a:rPr>
              <a:t>(d0,d1,d2,d3,d4,d5)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218" name="" descr=""/>
          <p:cNvPicPr/>
          <p:nvPr/>
        </p:nvPicPr>
        <p:blipFill>
          <a:blip r:embed="rId1"/>
          <a:stretch/>
        </p:blipFill>
        <p:spPr>
          <a:xfrm>
            <a:off x="2834640" y="2286000"/>
            <a:ext cx="6217920" cy="30175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Shape 1"/>
          <p:cNvSpPr txBox="1"/>
          <p:nvPr/>
        </p:nvSpPr>
        <p:spPr>
          <a:xfrm>
            <a:off x="892800" y="290520"/>
            <a:ext cx="10790640" cy="539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zh-CN" sz="2800" spc="-1" strike="noStrike">
                <a:solidFill>
                  <a:srgbClr val="1d2129"/>
                </a:solidFill>
                <a:latin typeface="微软雅黑"/>
                <a:ea typeface="微软雅黑"/>
              </a:rPr>
              <a:t>第一次采样规划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CustomShape 2"/>
          <p:cNvSpPr/>
          <p:nvPr/>
        </p:nvSpPr>
        <p:spPr>
          <a:xfrm>
            <a:off x="892800" y="932040"/>
            <a:ext cx="10469520" cy="91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1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.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 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起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点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唯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一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，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终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点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在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目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标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车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道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间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隔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一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定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时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间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距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离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（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建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议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2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到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1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2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，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间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隔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2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s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取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一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个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点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）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，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规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划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若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干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条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五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次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多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项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式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曲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线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2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.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 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通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过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硬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约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束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，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删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除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不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符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合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条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件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的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曲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线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，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比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如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离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道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路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边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界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过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近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等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；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3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.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 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通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过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软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约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束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，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设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置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C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o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s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t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函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数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择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优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选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取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最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优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曲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线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，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C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o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s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t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函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数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项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可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以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包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涵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：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时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间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项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、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j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e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r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k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项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、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最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大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侧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向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加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速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度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、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超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调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量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等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等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221" name="" descr=""/>
          <p:cNvPicPr/>
          <p:nvPr/>
        </p:nvPicPr>
        <p:blipFill>
          <a:blip r:embed="rId1"/>
          <a:stretch/>
        </p:blipFill>
        <p:spPr>
          <a:xfrm>
            <a:off x="3886200" y="2651760"/>
            <a:ext cx="7269480" cy="3072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Shape 1"/>
          <p:cNvSpPr txBox="1"/>
          <p:nvPr/>
        </p:nvSpPr>
        <p:spPr>
          <a:xfrm>
            <a:off x="892800" y="290520"/>
            <a:ext cx="10790640" cy="539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zh-CN" sz="2800" spc="-1" strike="noStrike">
                <a:solidFill>
                  <a:srgbClr val="1d2129"/>
                </a:solidFill>
                <a:latin typeface="微软雅黑"/>
                <a:ea typeface="微软雅黑"/>
              </a:rPr>
              <a:t>第二次采样规划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CustomShape 2"/>
          <p:cNvSpPr/>
          <p:nvPr/>
        </p:nvSpPr>
        <p:spPr>
          <a:xfrm>
            <a:off x="892800" y="932040"/>
            <a:ext cx="10469520" cy="63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1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.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 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起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点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唯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一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，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终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点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在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第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一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次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采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样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规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划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的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最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优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时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间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点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前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后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间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隔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一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定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时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间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距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离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（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建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议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0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.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2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s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取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一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个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点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）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，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规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划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若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干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条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五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次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多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项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式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曲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线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2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.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 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通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过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软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约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束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，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设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置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C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o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s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t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函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数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择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优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选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取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最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优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曲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线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，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C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o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s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t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函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数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项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可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以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包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涵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：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时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间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项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、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j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e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r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k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项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、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最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大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侧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向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加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速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度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、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超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调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量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等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等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224" name="" descr=""/>
          <p:cNvPicPr/>
          <p:nvPr/>
        </p:nvPicPr>
        <p:blipFill>
          <a:blip r:embed="rId1"/>
          <a:stretch/>
        </p:blipFill>
        <p:spPr>
          <a:xfrm>
            <a:off x="2635200" y="2743200"/>
            <a:ext cx="7064280" cy="30175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Shape 1"/>
          <p:cNvSpPr txBox="1"/>
          <p:nvPr/>
        </p:nvSpPr>
        <p:spPr>
          <a:xfrm>
            <a:off x="892800" y="290520"/>
            <a:ext cx="10790640" cy="539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zh-CN" sz="2800" spc="-1" strike="noStrike">
                <a:solidFill>
                  <a:srgbClr val="1d2129"/>
                </a:solidFill>
                <a:latin typeface="微软雅黑"/>
                <a:ea typeface="微软雅黑"/>
              </a:rPr>
              <a:t>轨迹点拼接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CustomShape 2"/>
          <p:cNvSpPr/>
          <p:nvPr/>
        </p:nvSpPr>
        <p:spPr>
          <a:xfrm>
            <a:off x="892800" y="932040"/>
            <a:ext cx="10469520" cy="63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1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.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 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将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两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次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采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样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规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划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的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曲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线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和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车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道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前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后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中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心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线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进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行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拼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接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2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.</a:t>
            </a:r>
            <a:r>
              <a:rPr b="0" lang="en-US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 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两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次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采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样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规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划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，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属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于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静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态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规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划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，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和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自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车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状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态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无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关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，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且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只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规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划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一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次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，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之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后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车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辆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沿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着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规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划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好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的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曲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线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进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行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巡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线</a:t>
            </a:r>
            <a:r>
              <a:rPr b="0" lang="zh-CN" sz="1200" spc="97" strike="noStrike">
                <a:solidFill>
                  <a:srgbClr val="323f48"/>
                </a:solidFill>
                <a:latin typeface="微软雅黑"/>
                <a:ea typeface="微软雅黑"/>
              </a:rPr>
              <a:t>；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227" name="" descr=""/>
          <p:cNvPicPr/>
          <p:nvPr/>
        </p:nvPicPr>
        <p:blipFill>
          <a:blip r:embed="rId1"/>
          <a:stretch/>
        </p:blipFill>
        <p:spPr>
          <a:xfrm>
            <a:off x="2834640" y="2377800"/>
            <a:ext cx="6743520" cy="3200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1453</TotalTime>
  <Application>LibreOffice/6.4.7.2$Linux_X86_64 LibreOffice_project/40$Build-2</Application>
  <Words>1443</Words>
  <Paragraphs>364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2022-04-14T03:50:00Z</dcterms:created>
  <dc:creator>Microsoft 帐户</dc:creator>
  <dc:description/>
  <dc:language>en-US</dc:language>
  <cp:lastModifiedBy/>
  <dcterms:modified xsi:type="dcterms:W3CDTF">2024-04-12T15:04:53Z</dcterms:modified>
  <cp:revision>299</cp:revision>
  <dc:subject/>
  <dc:title>吉咖智能公司介绍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ICV">
    <vt:lpwstr>FD7F63CA30B3439C93070B906F9B5556</vt:lpwstr>
  </property>
  <property fmtid="{D5CDD505-2E9C-101B-9397-08002B2CF9AE}" pid="6" name="KSOProductBuildVer">
    <vt:lpwstr>2052-11.1.0.13703</vt:lpwstr>
  </property>
  <property fmtid="{D5CDD505-2E9C-101B-9397-08002B2CF9AE}" pid="7" name="LinksUpToDate">
    <vt:bool>0</vt:bool>
  </property>
  <property fmtid="{D5CDD505-2E9C-101B-9397-08002B2CF9AE}" pid="8" name="MMClips">
    <vt:i4>2</vt:i4>
  </property>
  <property fmtid="{D5CDD505-2E9C-101B-9397-08002B2CF9AE}" pid="9" name="Notes">
    <vt:i4>0</vt:i4>
  </property>
  <property fmtid="{D5CDD505-2E9C-101B-9397-08002B2CF9AE}" pid="10" name="PresentationFormat">
    <vt:lpwstr>宽屏</vt:lpwstr>
  </property>
  <property fmtid="{D5CDD505-2E9C-101B-9397-08002B2CF9AE}" pid="11" name="ScaleCrop">
    <vt:bool>0</vt:bool>
  </property>
  <property fmtid="{D5CDD505-2E9C-101B-9397-08002B2CF9AE}" pid="12" name="ShareDoc">
    <vt:bool>0</vt:bool>
  </property>
  <property fmtid="{D5CDD505-2E9C-101B-9397-08002B2CF9AE}" pid="13" name="Slides">
    <vt:i4>12</vt:i4>
  </property>
</Properties>
</file>