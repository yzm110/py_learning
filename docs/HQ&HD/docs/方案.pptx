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356" r:id="rId3"/>
    <p:sldId id="291" r:id="rId4"/>
    <p:sldId id="452" r:id="rId5"/>
    <p:sldId id="451" r:id="rId6"/>
    <p:sldId id="396" r:id="rId7"/>
    <p:sldId id="481" r:id="rId8"/>
    <p:sldId id="482" r:id="rId9"/>
    <p:sldId id="350" r:id="rId10"/>
  </p:sldIdLst>
  <p:sldSz cx="12192000" cy="6858000"/>
  <p:notesSz cx="6858000" cy="9144000"/>
  <p:embeddedFontLst>
    <p:embeddedFont>
      <p:font typeface="微软雅黑" panose="020B0503020204020204" charset="-122"/>
      <p:regular r:id="rId16"/>
    </p:embeddedFont>
    <p:embeddedFont>
      <p:font typeface="等线" panose="02010600030101010101" charset="-122"/>
      <p:regular r:id="rId17"/>
    </p:embeddedFont>
  </p:embeddedFontLst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6400" userDrawn="1">
          <p15:clr>
            <a:srgbClr val="A4A3A4"/>
          </p15:clr>
        </p15:guide>
        <p15:guide id="2" orient="horz" pos="3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D0E1"/>
    <a:srgbClr val="C0ECF2"/>
    <a:srgbClr val="5B6E7E"/>
    <a:srgbClr val="5FCFE3"/>
    <a:srgbClr val="5ECFE3"/>
    <a:srgbClr val="5A6E7E"/>
    <a:srgbClr val="003743"/>
    <a:srgbClr val="BFC8CB"/>
    <a:srgbClr val="8D989E"/>
    <a:srgbClr val="F0F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47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656" y="64"/>
      </p:cViewPr>
      <p:guideLst>
        <p:guide pos="6400"/>
        <p:guide orient="horz" pos="34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77.xml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348873-ACF0-4798-A821-25B36B9134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CCD7F5-C87B-4F5F-9EB4-D8744900387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70D63-08B6-49DB-B9D5-233F72599F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ADE0E5-7C8C-4B44-8F8B-DFE688A35B8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tags" Target="../tags/tag2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tags" Target="../tags/tag3.xm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8"/>
          <p:cNvSpPr>
            <a:spLocks noGrp="1"/>
          </p:cNvSpPr>
          <p:nvPr userDrawn="1">
            <p:custDataLst>
              <p:tags r:id="rId3"/>
            </p:custDataLst>
          </p:nvPr>
        </p:nvSpPr>
        <p:spPr>
          <a:xfrm>
            <a:off x="424878" y="6341813"/>
            <a:ext cx="7402019" cy="51626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685" dirty="0">
                <a:solidFill>
                  <a:schemeClr val="bg2"/>
                </a:solidFill>
                <a:sym typeface="+mn-ea"/>
              </a:rPr>
              <a:t>所有版权归吉咖智能机器人所有。任何人不得以任何方式部分或全部进行复制或传播。吉咖智能机器人保留追究法律责任的权利。 </a:t>
            </a:r>
            <a:endParaRPr lang="zh-CN" altLang="en-US" sz="685" spc="200" dirty="0">
              <a:solidFill>
                <a:schemeClr val="bg2"/>
              </a:solidFill>
              <a:effectLst/>
              <a:uFillTx/>
              <a:sym typeface="+mn-ea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728269" y="6206787"/>
            <a:ext cx="2743605" cy="3651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E91C5301-4C89-4C3D-830F-33EF3B52F36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8" hasCustomPrompt="1"/>
          </p:nvPr>
        </p:nvSpPr>
        <p:spPr>
          <a:xfrm>
            <a:off x="486803" y="3295050"/>
            <a:ext cx="4129583" cy="2641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CN" altLang="en-US" sz="1800" kern="1200" spc="200" dirty="0" smtClean="0"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altLang="zh-CN">
                <a:sym typeface="+mn-ea"/>
              </a:rPr>
              <a:t>YYYY/MM/DD</a:t>
            </a:r>
            <a:endParaRPr lang="zh-CN" altLang="en-US" dirty="0" smtClean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5" hasCustomPrompt="1"/>
          </p:nvPr>
        </p:nvSpPr>
        <p:spPr>
          <a:xfrm>
            <a:off x="495979" y="1848485"/>
            <a:ext cx="4284788" cy="1278255"/>
          </a:xfrm>
          <a:prstGeom prst="rect">
            <a:avLst/>
          </a:prstGeom>
        </p:spPr>
        <p:txBody>
          <a:bodyPr/>
          <a:lstStyle>
            <a:lvl1pPr marL="0" indent="0" eaLnBrk="1" fontAlgn="auto" latinLnBrk="0" hangingPunct="1">
              <a:lnSpc>
                <a:spcPct val="11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FillTx/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 smtClean="0"/>
              <a:t>吉咖智能</a:t>
            </a:r>
            <a:r>
              <a:rPr lang="en-US" altLang="zh-CN" dirty="0" smtClean="0"/>
              <a:t>PPT</a:t>
            </a:r>
            <a:r>
              <a:rPr lang="zh-CN" altLang="en-US" dirty="0" smtClean="0"/>
              <a:t>模板标题文字</a:t>
            </a:r>
            <a:r>
              <a:rPr lang="en-US" altLang="zh-CN" dirty="0" smtClean="0"/>
              <a:t> 36pt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8"/>
          <p:cNvSpPr>
            <a:spLocks noGrp="1"/>
          </p:cNvSpPr>
          <p:nvPr userDrawn="1">
            <p:custDataLst>
              <p:tags r:id="rId3"/>
            </p:custDataLst>
          </p:nvPr>
        </p:nvSpPr>
        <p:spPr>
          <a:xfrm>
            <a:off x="424878" y="6341813"/>
            <a:ext cx="7402019" cy="51626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685" dirty="0">
                <a:solidFill>
                  <a:schemeClr val="bg2"/>
                </a:solidFill>
                <a:sym typeface="+mn-ea"/>
              </a:rPr>
              <a:t>所有版权归吉咖智能机器人所有。任何人不得以任何方式部分或全部进行复制或传播。吉咖智能机器人保留追究法律责任的权利。 </a:t>
            </a:r>
            <a:endParaRPr lang="zh-CN" altLang="en-US" sz="685" spc="200" dirty="0">
              <a:solidFill>
                <a:schemeClr val="bg2"/>
              </a:solidFill>
              <a:effectLst/>
              <a:uFillTx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4200" y="76195"/>
            <a:ext cx="1509403" cy="98079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9576" y="226157"/>
            <a:ext cx="1217124" cy="703080"/>
          </a:xfrm>
          <a:prstGeom prst="rect">
            <a:avLst/>
          </a:prstGeom>
        </p:spPr>
      </p:pic>
      <p:sp>
        <p:nvSpPr>
          <p:cNvPr id="7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728269" y="6206787"/>
            <a:ext cx="2743605" cy="3651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E91C5301-4C89-4C3D-830F-33EF3B52F36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 hasCustomPrompt="1"/>
          </p:nvPr>
        </p:nvSpPr>
        <p:spPr>
          <a:xfrm>
            <a:off x="794487" y="378143"/>
            <a:ext cx="5766719" cy="376873"/>
          </a:xfrm>
          <a:prstGeom prst="rect">
            <a:avLst/>
          </a:prstGeom>
        </p:spPr>
        <p:txBody>
          <a:bodyPr anchor="ctr" anchorCtr="0"/>
          <a:lstStyle>
            <a:lvl1pPr marL="0" indent="0" algn="l" fontAlgn="ctr">
              <a:lnSpc>
                <a:spcPct val="100000"/>
              </a:lnSpc>
              <a:buNone/>
              <a:defRPr lang="zh-CN" altLang="en-US" sz="2800" kern="1200" spc="3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FillTx/>
                <a:latin typeface="+mj-ea"/>
                <a:ea typeface="+mj-ea"/>
                <a:cs typeface="+mn-cs"/>
              </a:defRPr>
            </a:lvl1pPr>
          </a:lstStyle>
          <a:p>
            <a:pPr marL="0" indent="0">
              <a:lnSpc>
                <a:spcPct val="80000"/>
              </a:lnSpc>
              <a:buNone/>
            </a:pPr>
            <a:r>
              <a:rPr>
                <a:sym typeface="+mn-ea"/>
              </a:rPr>
              <a:t>每页标题</a:t>
            </a:r>
            <a:r>
              <a:rPr lang="en-US" altLang="zh-CN">
                <a:sym typeface="+mn-ea"/>
              </a:rPr>
              <a:t> 28pt</a:t>
            </a:r>
            <a:endParaRPr lang="en-US" altLang="zh-CN" dirty="0" smtClean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占位符 8"/>
          <p:cNvSpPr>
            <a:spLocks noGrp="1"/>
          </p:cNvSpPr>
          <p:nvPr userDrawn="1">
            <p:custDataLst>
              <p:tags r:id="rId3"/>
            </p:custDataLst>
          </p:nvPr>
        </p:nvSpPr>
        <p:spPr>
          <a:xfrm>
            <a:off x="424878" y="6341813"/>
            <a:ext cx="7402019" cy="51626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685" dirty="0">
                <a:solidFill>
                  <a:srgbClr val="5A6E7E"/>
                </a:solidFill>
                <a:sym typeface="+mn-ea"/>
              </a:rPr>
              <a:t>所有版权归吉咖智能机器人所有。任何人不得以任何方式部分或全部进行复制或传播。吉咖智能机器人保留追究法律责任的权利。 </a:t>
            </a:r>
            <a:endParaRPr lang="zh-CN" altLang="en-US" sz="685" spc="200" dirty="0">
              <a:solidFill>
                <a:srgbClr val="5A6E7E"/>
              </a:solidFill>
              <a:effectLst/>
              <a:uFillTx/>
              <a:sym typeface="+mn-ea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73" y="769719"/>
            <a:ext cx="2314890" cy="1504194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2134297" y="1096142"/>
            <a:ext cx="7273850" cy="91441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5400" kern="1200" spc="3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 smtClean="0"/>
              <a:t>01</a:t>
            </a:r>
            <a:endParaRPr lang="zh-CN" altLang="en-US" dirty="0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7" hasCustomPrompt="1"/>
          </p:nvPr>
        </p:nvSpPr>
        <p:spPr>
          <a:xfrm>
            <a:off x="2125024" y="2236514"/>
            <a:ext cx="7838646" cy="5067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CN" altLang="en-US" sz="2800" kern="1200" spc="3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FillTx/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 smtClean="0"/>
              <a:t>章节页标题</a:t>
            </a:r>
            <a:endParaRPr lang="zh-CN" altLang="en-US" dirty="0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8" hasCustomPrompt="1"/>
          </p:nvPr>
        </p:nvSpPr>
        <p:spPr>
          <a:xfrm>
            <a:off x="2134679" y="2999488"/>
            <a:ext cx="7837058" cy="5576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CN" altLang="en-US" sz="1800" kern="1200" spc="2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 smtClean="0"/>
              <a:t>副标题文字</a:t>
            </a:r>
            <a:endParaRPr lang="zh-CN" altLang="en-US" dirty="0" smtClean="0"/>
          </a:p>
        </p:txBody>
      </p:sp>
      <p:sp>
        <p:nvSpPr>
          <p:cNvPr id="20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728269" y="6206787"/>
            <a:ext cx="2743605" cy="3651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E91C5301-4C89-4C3D-830F-33EF3B52F36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页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8"/>
          <p:cNvSpPr>
            <a:spLocks noGrp="1"/>
          </p:cNvSpPr>
          <p:nvPr userDrawn="1">
            <p:custDataLst>
              <p:tags r:id="rId3"/>
            </p:custDataLst>
          </p:nvPr>
        </p:nvSpPr>
        <p:spPr>
          <a:xfrm>
            <a:off x="424878" y="6341813"/>
            <a:ext cx="7402019" cy="51626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685" dirty="0">
                <a:solidFill>
                  <a:schemeClr val="bg2"/>
                </a:solidFill>
                <a:sym typeface="+mn-ea"/>
              </a:rPr>
              <a:t>所有版权归吉咖智能机器人所有。任何人不得以任何方式部分或全部进行复制或传播。吉咖智能机器人保留追究法律责任的权利。 </a:t>
            </a:r>
            <a:endParaRPr lang="zh-CN" altLang="en-US" sz="685" spc="200" dirty="0">
              <a:solidFill>
                <a:schemeClr val="bg2"/>
              </a:solidFill>
              <a:effectLst/>
              <a:uFillTx/>
              <a:sym typeface="+mn-ea"/>
            </a:endParaRPr>
          </a:p>
        </p:txBody>
      </p:sp>
      <p:sp>
        <p:nvSpPr>
          <p:cNvPr id="16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728269" y="6206787"/>
            <a:ext cx="2743605" cy="3651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E91C5301-4C89-4C3D-830F-33EF3B52F36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solidFill>
          <a:srgbClr val="344E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C5301-4C89-4C3D-830F-33EF3B52F36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728269" y="6206787"/>
            <a:ext cx="2743605" cy="3651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E91C5301-4C89-4C3D-830F-33EF3B52F360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9" Type="http://schemas.openxmlformats.org/officeDocument/2006/relationships/tags" Target="../tags/tag27.xml"/><Relationship Id="rId18" Type="http://schemas.openxmlformats.org/officeDocument/2006/relationships/tags" Target="../tags/tag26.xml"/><Relationship Id="rId17" Type="http://schemas.openxmlformats.org/officeDocument/2006/relationships/tags" Target="../tags/tag25.xml"/><Relationship Id="rId16" Type="http://schemas.openxmlformats.org/officeDocument/2006/relationships/tags" Target="../tags/tag24.xml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0" Type="http://schemas.openxmlformats.org/officeDocument/2006/relationships/slideLayout" Target="../slideLayouts/slideLayout2.xml"/><Relationship Id="rId5" Type="http://schemas.openxmlformats.org/officeDocument/2006/relationships/tags" Target="../tags/tag32.xml"/><Relationship Id="rId49" Type="http://schemas.openxmlformats.org/officeDocument/2006/relationships/tags" Target="../tags/tag76.xml"/><Relationship Id="rId48" Type="http://schemas.openxmlformats.org/officeDocument/2006/relationships/tags" Target="../tags/tag75.xml"/><Relationship Id="rId47" Type="http://schemas.openxmlformats.org/officeDocument/2006/relationships/tags" Target="../tags/tag74.xml"/><Relationship Id="rId46" Type="http://schemas.openxmlformats.org/officeDocument/2006/relationships/tags" Target="../tags/tag73.xml"/><Relationship Id="rId45" Type="http://schemas.openxmlformats.org/officeDocument/2006/relationships/tags" Target="../tags/tag72.xml"/><Relationship Id="rId44" Type="http://schemas.openxmlformats.org/officeDocument/2006/relationships/tags" Target="../tags/tag71.xml"/><Relationship Id="rId43" Type="http://schemas.openxmlformats.org/officeDocument/2006/relationships/tags" Target="../tags/tag70.xml"/><Relationship Id="rId42" Type="http://schemas.openxmlformats.org/officeDocument/2006/relationships/tags" Target="../tags/tag69.xml"/><Relationship Id="rId41" Type="http://schemas.openxmlformats.org/officeDocument/2006/relationships/tags" Target="../tags/tag68.xml"/><Relationship Id="rId40" Type="http://schemas.openxmlformats.org/officeDocument/2006/relationships/tags" Target="../tags/tag67.xml"/><Relationship Id="rId4" Type="http://schemas.openxmlformats.org/officeDocument/2006/relationships/tags" Target="../tags/tag31.xml"/><Relationship Id="rId39" Type="http://schemas.openxmlformats.org/officeDocument/2006/relationships/tags" Target="../tags/tag66.xml"/><Relationship Id="rId38" Type="http://schemas.openxmlformats.org/officeDocument/2006/relationships/tags" Target="../tags/tag65.xml"/><Relationship Id="rId37" Type="http://schemas.openxmlformats.org/officeDocument/2006/relationships/tags" Target="../tags/tag64.xml"/><Relationship Id="rId36" Type="http://schemas.openxmlformats.org/officeDocument/2006/relationships/tags" Target="../tags/tag63.xml"/><Relationship Id="rId35" Type="http://schemas.openxmlformats.org/officeDocument/2006/relationships/tags" Target="../tags/tag62.xml"/><Relationship Id="rId34" Type="http://schemas.openxmlformats.org/officeDocument/2006/relationships/tags" Target="../tags/tag61.xml"/><Relationship Id="rId33" Type="http://schemas.openxmlformats.org/officeDocument/2006/relationships/tags" Target="../tags/tag60.xml"/><Relationship Id="rId32" Type="http://schemas.openxmlformats.org/officeDocument/2006/relationships/tags" Target="../tags/tag59.xml"/><Relationship Id="rId31" Type="http://schemas.openxmlformats.org/officeDocument/2006/relationships/tags" Target="../tags/tag58.xml"/><Relationship Id="rId30" Type="http://schemas.openxmlformats.org/officeDocument/2006/relationships/tags" Target="../tags/tag57.xml"/><Relationship Id="rId3" Type="http://schemas.openxmlformats.org/officeDocument/2006/relationships/tags" Target="../tags/tag30.xml"/><Relationship Id="rId29" Type="http://schemas.openxmlformats.org/officeDocument/2006/relationships/tags" Target="../tags/tag56.xml"/><Relationship Id="rId28" Type="http://schemas.openxmlformats.org/officeDocument/2006/relationships/tags" Target="../tags/tag55.xml"/><Relationship Id="rId27" Type="http://schemas.openxmlformats.org/officeDocument/2006/relationships/tags" Target="../tags/tag54.xml"/><Relationship Id="rId26" Type="http://schemas.openxmlformats.org/officeDocument/2006/relationships/tags" Target="../tags/tag53.xml"/><Relationship Id="rId25" Type="http://schemas.openxmlformats.org/officeDocument/2006/relationships/tags" Target="../tags/tag52.xml"/><Relationship Id="rId24" Type="http://schemas.openxmlformats.org/officeDocument/2006/relationships/tags" Target="../tags/tag51.xml"/><Relationship Id="rId23" Type="http://schemas.openxmlformats.org/officeDocument/2006/relationships/tags" Target="../tags/tag50.xml"/><Relationship Id="rId22" Type="http://schemas.openxmlformats.org/officeDocument/2006/relationships/tags" Target="../tags/tag49.xml"/><Relationship Id="rId21" Type="http://schemas.openxmlformats.org/officeDocument/2006/relationships/tags" Target="../tags/tag48.xml"/><Relationship Id="rId20" Type="http://schemas.openxmlformats.org/officeDocument/2006/relationships/tags" Target="../tags/tag47.xml"/><Relationship Id="rId2" Type="http://schemas.openxmlformats.org/officeDocument/2006/relationships/tags" Target="../tags/tag29.xml"/><Relationship Id="rId19" Type="http://schemas.openxmlformats.org/officeDocument/2006/relationships/tags" Target="../tags/tag46.xml"/><Relationship Id="rId18" Type="http://schemas.openxmlformats.org/officeDocument/2006/relationships/tags" Target="../tags/tag45.xml"/><Relationship Id="rId17" Type="http://schemas.openxmlformats.org/officeDocument/2006/relationships/tags" Target="../tags/tag44.xml"/><Relationship Id="rId16" Type="http://schemas.openxmlformats.org/officeDocument/2006/relationships/tags" Target="../tags/tag4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tags" Target="../tags/tag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5"/>
          </p:nvPr>
        </p:nvSpPr>
        <p:spPr>
          <a:xfrm>
            <a:off x="501703" y="1848588"/>
            <a:ext cx="8026212" cy="1241886"/>
          </a:xfrm>
        </p:spPr>
        <p:txBody>
          <a:bodyPr/>
          <a:lstStyle/>
          <a:p>
            <a:r>
              <a:rPr lang="en-US" altLang="zh-CN" dirty="0">
                <a:latin typeface="+mj-ea"/>
                <a:ea typeface="+mj-ea"/>
              </a:rPr>
              <a:t>LPP</a:t>
            </a:r>
            <a:r>
              <a:rPr dirty="0">
                <a:latin typeface="+mj-ea"/>
                <a:ea typeface="+mj-ea"/>
              </a:rPr>
              <a:t>路径信息实现方案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4" name="文本占位符 8"/>
          <p:cNvSpPr>
            <a:spLocks noGrp="1"/>
          </p:cNvSpPr>
          <p:nvPr/>
        </p:nvSpPr>
        <p:spPr>
          <a:xfrm>
            <a:off x="501703" y="3290757"/>
            <a:ext cx="2296169" cy="50458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60" dirty="0" smtClean="0">
                <a:sym typeface="+mn-ea"/>
              </a:rPr>
              <a:t>xx</a:t>
            </a:r>
            <a:endParaRPr lang="en-US" sz="1760" dirty="0" smtClean="0">
              <a:sym typeface="+mn-ea"/>
            </a:endParaRPr>
          </a:p>
          <a:p>
            <a:pPr marL="0" indent="0">
              <a:buNone/>
            </a:pPr>
            <a:r>
              <a:rPr lang="en-US" altLang="zh-CN" sz="1760" dirty="0" smtClean="0">
                <a:sym typeface="+mn-ea"/>
              </a:rPr>
              <a:t>2023/11/06 </a:t>
            </a:r>
            <a:endParaRPr lang="en-US" altLang="zh-CN" sz="1760" spc="200" dirty="0">
              <a:solidFill>
                <a:srgbClr val="5ECFE3"/>
              </a:solidFill>
              <a:effectLst/>
              <a:uFillTx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91C5301-4C89-4C3D-830F-33EF3B52F360}" type="slidenum">
              <a:rPr lang="zh-CN" altLang="en-US" sz="780" smtClean="0"/>
            </a:fld>
            <a:endParaRPr lang="zh-CN" altLang="en-US" sz="780" dirty="0"/>
          </a:p>
        </p:txBody>
      </p:sp>
      <p:sp>
        <p:nvSpPr>
          <p:cNvPr id="7" name="文本框 6"/>
          <p:cNvSpPr txBox="1"/>
          <p:nvPr/>
        </p:nvSpPr>
        <p:spPr>
          <a:xfrm>
            <a:off x="1596481" y="2064789"/>
            <a:ext cx="188055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zh-CN" altLang="en-US" sz="1400" i="0" spc="10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OPPOSans R" panose="00020600040101010101" pitchFamily="18" charset="-122"/>
                <a:ea typeface="微软雅黑" panose="020B0503020204020204" charset="-122"/>
                <a:cs typeface="OPPOSans R" panose="00020600040101010101" pitchFamily="18" charset="-122"/>
              </a:rPr>
              <a:t>接口</a:t>
            </a:r>
            <a:endParaRPr kumimoji="0" lang="zh-CN" altLang="en-US" sz="1400" i="0" spc="10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OPPOSans R" panose="00020600040101010101" pitchFamily="18" charset="-122"/>
              <a:ea typeface="微软雅黑" panose="020B0503020204020204" charset="-122"/>
              <a:cs typeface="OPPOSans R" panose="00020600040101010101" pitchFamily="18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596390" y="2320925"/>
            <a:ext cx="129857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PART ONE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21055" y="1980565"/>
            <a:ext cx="102616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000" noProof="0" smtClean="0">
                <a:ln>
                  <a:noFill/>
                </a:ln>
                <a:solidFill>
                  <a:srgbClr val="5ECFE3"/>
                </a:solidFill>
                <a:effectLst/>
                <a:uLnTx/>
                <a:uFillTx/>
                <a:ea typeface="微软雅黑" panose="020B0503020204020204" charset="-122"/>
                <a:cs typeface="+mn-lt"/>
                <a:sym typeface="+mn-ea"/>
              </a:rPr>
              <a:t>01</a:t>
            </a:r>
            <a:endParaRPr lang="en-US" altLang="zh-CN" sz="4000" noProof="0" dirty="0">
              <a:ln>
                <a:noFill/>
              </a:ln>
              <a:solidFill>
                <a:srgbClr val="5ECFE3"/>
              </a:solidFill>
              <a:effectLst/>
              <a:uLnTx/>
              <a:uFillTx/>
              <a:ea typeface="微软雅黑" panose="020B0503020204020204" charset="-122"/>
              <a:cs typeface="+mn-lt"/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610699" y="2048279"/>
            <a:ext cx="188055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400" spc="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charset="-122"/>
              </a:rPr>
              <a:t>架构</a:t>
            </a:r>
            <a:endParaRPr kumimoji="0" lang="zh-CN" sz="1400" i="0" spc="10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610735" y="2287905"/>
            <a:ext cx="129857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PART TWO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788410" y="1964690"/>
            <a:ext cx="107569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000" noProof="0" dirty="0">
                <a:ln>
                  <a:noFill/>
                </a:ln>
                <a:solidFill>
                  <a:srgbClr val="5ECFE3"/>
                </a:solidFill>
                <a:effectLst/>
                <a:uLnTx/>
                <a:uFillTx/>
                <a:ea typeface="微软雅黑" panose="020B0503020204020204" charset="-122"/>
                <a:cs typeface="+mn-lt"/>
                <a:sym typeface="+mn-ea"/>
              </a:rPr>
              <a:t>02</a:t>
            </a:r>
            <a:endParaRPr lang="en-US" altLang="zh-CN" sz="4000" noProof="0" dirty="0">
              <a:ln>
                <a:noFill/>
              </a:ln>
              <a:solidFill>
                <a:srgbClr val="5ECFE3"/>
              </a:solidFill>
              <a:effectLst/>
              <a:uLnTx/>
              <a:uFillTx/>
              <a:ea typeface="微软雅黑" panose="020B0503020204020204" charset="-122"/>
              <a:cs typeface="+mn-lt"/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596481" y="3357956"/>
            <a:ext cx="188055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1400" i="0" spc="10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实现</a:t>
            </a:r>
            <a:endParaRPr kumimoji="0" lang="zh-CN" sz="1400" i="0" spc="10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596390" y="3613785"/>
            <a:ext cx="129857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PART THREE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21055" y="3273425"/>
            <a:ext cx="107569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000" noProof="0" dirty="0">
                <a:ln>
                  <a:noFill/>
                </a:ln>
                <a:solidFill>
                  <a:srgbClr val="5ECFE3"/>
                </a:solidFill>
                <a:effectLst/>
                <a:uLnTx/>
                <a:uFillTx/>
                <a:ea typeface="微软雅黑" panose="020B0503020204020204" charset="-122"/>
                <a:cs typeface="+mn-lt"/>
                <a:sym typeface="+mn-ea"/>
              </a:rPr>
              <a:t>03</a:t>
            </a:r>
            <a:endParaRPr lang="en-US" altLang="zh-CN" sz="4000" noProof="0" dirty="0">
              <a:ln>
                <a:noFill/>
              </a:ln>
              <a:solidFill>
                <a:srgbClr val="5ECFE3"/>
              </a:solidFill>
              <a:effectLst/>
              <a:uLnTx/>
              <a:uFillTx/>
              <a:ea typeface="微软雅黑" panose="020B0503020204020204" charset="-122"/>
              <a:cs typeface="+mn-lt"/>
              <a:sym typeface="+mn-ea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94385" y="293370"/>
            <a:ext cx="2387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i="0" spc="20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目录</a:t>
            </a:r>
            <a:endParaRPr kumimoji="0" lang="en-US" altLang="zh-CN" sz="2800" i="0" spc="20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4610191" y="3357956"/>
            <a:ext cx="1880555" cy="30670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1400" i="0" spc="10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堵点</a:t>
            </a:r>
            <a:endParaRPr kumimoji="0" lang="zh-CN" sz="1400" i="0" spc="10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4610735" y="3613785"/>
            <a:ext cx="1298575" cy="2755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PART FOUR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3835400" y="3273425"/>
            <a:ext cx="107569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000" noProof="0" dirty="0">
                <a:ln>
                  <a:noFill/>
                </a:ln>
                <a:solidFill>
                  <a:srgbClr val="5ECFE3"/>
                </a:solidFill>
                <a:effectLst/>
                <a:uLnTx/>
                <a:uFillTx/>
                <a:ea typeface="微软雅黑" panose="020B0503020204020204" charset="-122"/>
                <a:cs typeface="+mn-lt"/>
                <a:sym typeface="+mn-ea"/>
              </a:rPr>
              <a:t>04</a:t>
            </a:r>
            <a:endParaRPr lang="en-US" altLang="zh-CN" sz="4000" noProof="0" dirty="0">
              <a:ln>
                <a:noFill/>
              </a:ln>
              <a:solidFill>
                <a:srgbClr val="5ECFE3"/>
              </a:solidFill>
              <a:effectLst/>
              <a:uLnTx/>
              <a:uFillTx/>
              <a:ea typeface="微软雅黑" panose="020B0503020204020204" charset="-122"/>
              <a:cs typeface="+mn-lt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553740" y="6289153"/>
            <a:ext cx="2680196" cy="356739"/>
          </a:xfrm>
        </p:spPr>
        <p:txBody>
          <a:bodyPr/>
          <a:lstStyle/>
          <a:p>
            <a:fld id="{E91C5301-4C89-4C3D-830F-33EF3B52F360}" type="slidenum">
              <a:rPr lang="zh-CN" altLang="en-US" sz="780" smtClean="0"/>
            </a:fld>
            <a:endParaRPr lang="zh-CN" altLang="en-US" sz="780"/>
          </a:p>
        </p:txBody>
      </p:sp>
      <p:sp>
        <p:nvSpPr>
          <p:cNvPr id="4" name="文本框 3"/>
          <p:cNvSpPr txBox="1"/>
          <p:nvPr/>
        </p:nvSpPr>
        <p:spPr>
          <a:xfrm>
            <a:off x="794385" y="293370"/>
            <a:ext cx="450596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i="0" spc="20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接口</a:t>
            </a:r>
            <a:endParaRPr kumimoji="0" lang="zh-CN" sz="2800" i="0" spc="20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8965" y="1169670"/>
            <a:ext cx="1098740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b="1"/>
              <a:t>输入：</a:t>
            </a:r>
            <a:endParaRPr lang="zh-CN" b="1"/>
          </a:p>
          <a:p>
            <a:r>
              <a:rPr lang="zh-CN" altLang="en-US"/>
              <a:t>当前</a:t>
            </a:r>
            <a:r>
              <a:rPr lang="en-US" altLang="zh-CN"/>
              <a:t>EHR</a:t>
            </a:r>
            <a:r>
              <a:rPr lang="zh-CN" altLang="en-US"/>
              <a:t>模块的所有输出，包括：</a:t>
            </a:r>
            <a:r>
              <a:rPr lang="zh-CN" altLang="en-US">
                <a:solidFill>
                  <a:srgbClr val="FF0000"/>
                </a:solidFill>
              </a:rPr>
              <a:t>map_route_list</a:t>
            </a:r>
            <a:r>
              <a:rPr lang="zh-CN" altLang="en-US"/>
              <a:t>，</a:t>
            </a:r>
            <a:r>
              <a:rPr lang="zh-CN" altLang="en-US">
                <a:solidFill>
                  <a:srgbClr val="FF0000"/>
                </a:solidFill>
              </a:rPr>
              <a:t>map_position</a:t>
            </a:r>
            <a:r>
              <a:rPr lang="zh-CN" altLang="en-US"/>
              <a:t>，</a:t>
            </a:r>
            <a:r>
              <a:rPr lang="en-US" altLang="zh-CN"/>
              <a:t> </a:t>
            </a:r>
            <a:r>
              <a:rPr lang="zh-CN" altLang="en-US">
                <a:solidFill>
                  <a:srgbClr val="FF0000"/>
                </a:solidFill>
              </a:rPr>
              <a:t>EHR_Bus_NOAInfo</a:t>
            </a:r>
            <a:r>
              <a:rPr lang="en-US" altLang="zh-CN"/>
              <a:t>, </a:t>
            </a:r>
            <a:r>
              <a:rPr lang="en-US" altLang="zh-CN">
                <a:solidFill>
                  <a:srgbClr val="FF0000"/>
                </a:solidFill>
              </a:rPr>
              <a:t>EHR_Bus_LaneConnectivitys</a:t>
            </a:r>
            <a:r>
              <a:rPr lang="en-US" altLang="zh-CN"/>
              <a:t>, </a:t>
            </a:r>
            <a:r>
              <a:rPr lang="en-US" altLang="zh-CN">
                <a:solidFill>
                  <a:srgbClr val="00B050"/>
                </a:solidFill>
              </a:rPr>
              <a:t>EHR_Bus_Nodes</a:t>
            </a:r>
            <a:r>
              <a:rPr lang="en-US" altLang="zh-CN"/>
              <a:t>, EHR_Bus_TrafficSigns, EHR_Bus_GeoFences, EHR_Bus_LinkCurvatures, EHR_Bus_LinkSlopes, EHR_Bus_LaneSpeedLimits, </a:t>
            </a:r>
            <a:r>
              <a:rPr lang="en-US" altLang="zh-CN">
                <a:solidFill>
                  <a:srgbClr val="FF0000"/>
                </a:solidFill>
              </a:rPr>
              <a:t>EHR_Bus_LinkInfos</a:t>
            </a:r>
            <a:r>
              <a:rPr lang="en-US" altLang="zh-CN"/>
              <a:t>, </a:t>
            </a:r>
            <a:r>
              <a:rPr lang="en-US" altLang="zh-CN">
                <a:solidFill>
                  <a:srgbClr val="00B050"/>
                </a:solidFill>
              </a:rPr>
              <a:t>EHR_Bus_AllMergePoints</a:t>
            </a:r>
            <a:r>
              <a:rPr lang="en-US" altLang="zh-CN"/>
              <a:t>, </a:t>
            </a:r>
            <a:r>
              <a:rPr lang="en-US" altLang="zh-CN">
                <a:solidFill>
                  <a:srgbClr val="00B050"/>
                </a:solidFill>
              </a:rPr>
              <a:t>EHR_Bus_LinearObjects</a:t>
            </a:r>
            <a:r>
              <a:rPr lang="en-US" altLang="zh-CN"/>
              <a:t>, EHR_Bus_FormOfWays, EHR_Bus_SequenceId, EHR_Bus_LaneWidthes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 b="1"/>
              <a:t>输出：</a:t>
            </a:r>
            <a:endParaRPr lang="zh-CN" altLang="en-US" b="1"/>
          </a:p>
          <a:p>
            <a:endParaRPr lang="zh-CN" altLang="en-US" b="1"/>
          </a:p>
        </p:txBody>
      </p:sp>
      <p:pic>
        <p:nvPicPr>
          <p:cNvPr id="2" name="图片 1" descr="Snipaste_2023-11-06_13-49-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705" y="3663315"/>
            <a:ext cx="10361930" cy="122237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553740" y="6289153"/>
            <a:ext cx="2680196" cy="356739"/>
          </a:xfrm>
        </p:spPr>
        <p:txBody>
          <a:bodyPr/>
          <a:lstStyle/>
          <a:p>
            <a:fld id="{E91C5301-4C89-4C3D-830F-33EF3B52F360}" type="slidenum">
              <a:rPr lang="zh-CN" altLang="en-US" sz="780" smtClean="0"/>
            </a:fld>
            <a:endParaRPr lang="zh-CN" altLang="en-US" sz="780"/>
          </a:p>
        </p:txBody>
      </p:sp>
      <p:sp>
        <p:nvSpPr>
          <p:cNvPr id="4" name="文本框 3"/>
          <p:cNvSpPr txBox="1"/>
          <p:nvPr/>
        </p:nvSpPr>
        <p:spPr>
          <a:xfrm>
            <a:off x="794385" y="293370"/>
            <a:ext cx="450596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i="0" spc="20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架构</a:t>
            </a:r>
            <a:endParaRPr kumimoji="0" lang="zh-CN" sz="2800" i="0" spc="20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11555" y="981075"/>
            <a:ext cx="7848600" cy="48958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553740" y="6289153"/>
            <a:ext cx="2680196" cy="356739"/>
          </a:xfrm>
        </p:spPr>
        <p:txBody>
          <a:bodyPr/>
          <a:lstStyle/>
          <a:p>
            <a:fld id="{E91C5301-4C89-4C3D-830F-33EF3B52F360}" type="slidenum">
              <a:rPr lang="zh-CN" altLang="en-US" sz="780" smtClean="0"/>
            </a:fld>
            <a:endParaRPr lang="zh-CN" altLang="en-US" sz="780"/>
          </a:p>
        </p:txBody>
      </p:sp>
      <p:sp>
        <p:nvSpPr>
          <p:cNvPr id="4" name="文本框 3"/>
          <p:cNvSpPr txBox="1"/>
          <p:nvPr/>
        </p:nvSpPr>
        <p:spPr>
          <a:xfrm>
            <a:off x="794385" y="293370"/>
            <a:ext cx="6366174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sz="2800" spc="200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</a:rPr>
              <a:t>实现</a:t>
            </a:r>
            <a:endParaRPr kumimoji="0" lang="zh-CN" sz="2800" i="0" spc="20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22020" y="1064895"/>
            <a:ext cx="7970520" cy="11499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tx1"/>
                </a:solidFill>
                <a:sym typeface="+mn-ea"/>
              </a:rPr>
              <a:t>1.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从动态图的map_route_list</a:t>
            </a:r>
            <a:r>
              <a:rPr lang="zh-CN">
                <a:solidFill>
                  <a:schemeClr val="tx1"/>
                </a:solidFill>
                <a:sym typeface="+mn-ea"/>
              </a:rPr>
              <a:t>中提取全局路径沿途的所有的有序的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link id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；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2.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从动态图的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position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信息中拿到当前的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link id, lane num , path id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3.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根据当前的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link id ,lane num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path id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找到当前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lane,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以及当前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lane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的左右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lane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4.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根据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connectivity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和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map_route_list,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只在全局路径上搜索所有可能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lane num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的序列，即候选车道集；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1210310" y="3009900"/>
            <a:ext cx="8214995" cy="349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V="1">
            <a:off x="1202055" y="3419475"/>
            <a:ext cx="8223250" cy="222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1202055" y="3829685"/>
            <a:ext cx="8197215" cy="45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1210310" y="4281805"/>
            <a:ext cx="5476875" cy="260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任意多边形 18"/>
          <p:cNvSpPr/>
          <p:nvPr/>
        </p:nvSpPr>
        <p:spPr>
          <a:xfrm>
            <a:off x="6678295" y="4283075"/>
            <a:ext cx="3500120" cy="1574800"/>
          </a:xfrm>
          <a:custGeom>
            <a:avLst/>
            <a:gdLst>
              <a:gd name="connisteX0" fmla="*/ 0 w 2777148"/>
              <a:gd name="connsiteY0" fmla="*/ 0 h 1099411"/>
              <a:gd name="connisteX1" fmla="*/ 1464945 w 2777148"/>
              <a:gd name="connsiteY1" fmla="*/ 375285 h 1099411"/>
              <a:gd name="connisteX2" fmla="*/ 2651125 w 2777148"/>
              <a:gd name="connsiteY2" fmla="*/ 1029335 h 1099411"/>
              <a:gd name="connisteX3" fmla="*/ 2694940 w 2777148"/>
              <a:gd name="connsiteY3" fmla="*/ 1055370 h 109941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2777149" h="1099412">
                <a:moveTo>
                  <a:pt x="0" y="0"/>
                </a:moveTo>
                <a:cubicBezTo>
                  <a:pt x="269240" y="62230"/>
                  <a:pt x="934720" y="169545"/>
                  <a:pt x="1464945" y="375285"/>
                </a:cubicBezTo>
                <a:cubicBezTo>
                  <a:pt x="1995170" y="581025"/>
                  <a:pt x="2405380" y="893445"/>
                  <a:pt x="2651125" y="1029335"/>
                </a:cubicBezTo>
                <a:cubicBezTo>
                  <a:pt x="2896870" y="1165225"/>
                  <a:pt x="2710180" y="1062990"/>
                  <a:pt x="2694940" y="105537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/>
        </p:nvSpPr>
        <p:spPr>
          <a:xfrm>
            <a:off x="8012430" y="4257040"/>
            <a:ext cx="2258060" cy="1143635"/>
          </a:xfrm>
          <a:custGeom>
            <a:avLst/>
            <a:gdLst>
              <a:gd name="connisteX0" fmla="*/ 0 w 1814195"/>
              <a:gd name="connsiteY0" fmla="*/ 0 h 845820"/>
              <a:gd name="connisteX1" fmla="*/ 889635 w 1814195"/>
              <a:gd name="connsiteY1" fmla="*/ 261620 h 845820"/>
              <a:gd name="connisteX2" fmla="*/ 1814195 w 1814195"/>
              <a:gd name="connsiteY2" fmla="*/ 845820 h 84582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1814195" h="845820">
                <a:moveTo>
                  <a:pt x="0" y="0"/>
                </a:moveTo>
                <a:cubicBezTo>
                  <a:pt x="159385" y="40640"/>
                  <a:pt x="527050" y="92710"/>
                  <a:pt x="889635" y="261620"/>
                </a:cubicBezTo>
                <a:cubicBezTo>
                  <a:pt x="1252220" y="430530"/>
                  <a:pt x="1647190" y="734060"/>
                  <a:pt x="1814195" y="84582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/>
        </p:nvSpPr>
        <p:spPr>
          <a:xfrm>
            <a:off x="9093835" y="4262755"/>
            <a:ext cx="1482725" cy="906780"/>
          </a:xfrm>
          <a:custGeom>
            <a:avLst/>
            <a:gdLst>
              <a:gd name="connisteX0" fmla="*/ 0 w 1814195"/>
              <a:gd name="connsiteY0" fmla="*/ 0 h 845820"/>
              <a:gd name="connisteX1" fmla="*/ 889635 w 1814195"/>
              <a:gd name="connsiteY1" fmla="*/ 261620 h 845820"/>
              <a:gd name="connisteX2" fmla="*/ 1814195 w 1814195"/>
              <a:gd name="connsiteY2" fmla="*/ 845820 h 84582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1814195" h="845820">
                <a:moveTo>
                  <a:pt x="0" y="0"/>
                </a:moveTo>
                <a:cubicBezTo>
                  <a:pt x="159385" y="40640"/>
                  <a:pt x="527050" y="92710"/>
                  <a:pt x="889635" y="261620"/>
                </a:cubicBezTo>
                <a:cubicBezTo>
                  <a:pt x="1252220" y="430530"/>
                  <a:pt x="1647190" y="734060"/>
                  <a:pt x="1814195" y="84582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" name="直接连接符 22"/>
          <p:cNvCxnSpPr/>
          <p:nvPr/>
        </p:nvCxnSpPr>
        <p:spPr>
          <a:xfrm>
            <a:off x="6756400" y="4239260"/>
            <a:ext cx="4090670" cy="260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2875915" y="2861310"/>
            <a:ext cx="0" cy="1526540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5125720" y="2861310"/>
            <a:ext cx="0" cy="1526540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6678295" y="2914015"/>
            <a:ext cx="0" cy="1526540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7986395" y="2696210"/>
            <a:ext cx="8890" cy="2197100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9084945" y="2652395"/>
            <a:ext cx="34925" cy="2851785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H="1">
            <a:off x="10114280" y="4544695"/>
            <a:ext cx="270510" cy="1683385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1803400" y="2704465"/>
            <a:ext cx="810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solidFill>
                  <a:srgbClr val="FFC000"/>
                </a:solidFill>
              </a:rPr>
              <a:t>link1</a:t>
            </a:r>
            <a:endParaRPr lang="en-US" altLang="zh-CN" i="1">
              <a:solidFill>
                <a:srgbClr val="FFC000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678555" y="2633345"/>
            <a:ext cx="810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solidFill>
                  <a:srgbClr val="FFC000"/>
                </a:solidFill>
              </a:rPr>
              <a:t>link2</a:t>
            </a:r>
            <a:endParaRPr lang="en-US" altLang="zh-CN" i="1">
              <a:solidFill>
                <a:srgbClr val="FFC000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575300" y="2663190"/>
            <a:ext cx="810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solidFill>
                  <a:srgbClr val="FFC000"/>
                </a:solidFill>
              </a:rPr>
              <a:t>link3</a:t>
            </a:r>
            <a:endParaRPr lang="en-US" altLang="zh-CN" i="1">
              <a:solidFill>
                <a:srgbClr val="FFC000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971030" y="2663190"/>
            <a:ext cx="810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solidFill>
                  <a:srgbClr val="FFC000"/>
                </a:solidFill>
              </a:rPr>
              <a:t>link4</a:t>
            </a:r>
            <a:endParaRPr lang="en-US" altLang="zh-CN" i="1">
              <a:solidFill>
                <a:srgbClr val="FFC000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134985" y="2632710"/>
            <a:ext cx="810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solidFill>
                  <a:srgbClr val="FFC000"/>
                </a:solidFill>
              </a:rPr>
              <a:t>link5</a:t>
            </a:r>
            <a:endParaRPr lang="en-US" altLang="zh-CN" i="1">
              <a:solidFill>
                <a:srgbClr val="FFC000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9259570" y="2632710"/>
            <a:ext cx="1386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solidFill>
                  <a:srgbClr val="FFC000"/>
                </a:solidFill>
              </a:rPr>
              <a:t>link6 ...</a:t>
            </a:r>
            <a:endParaRPr lang="en-US" altLang="zh-CN" i="1">
              <a:solidFill>
                <a:srgbClr val="FFC000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8945245" y="5400675"/>
            <a:ext cx="810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solidFill>
                  <a:srgbClr val="FFC000"/>
                </a:solidFill>
              </a:rPr>
              <a:t>link7</a:t>
            </a:r>
            <a:endParaRPr lang="en-US" altLang="zh-CN" i="1">
              <a:solidFill>
                <a:srgbClr val="FFC000"/>
              </a:solidFill>
            </a:endParaRPr>
          </a:p>
        </p:txBody>
      </p:sp>
      <p:cxnSp>
        <p:nvCxnSpPr>
          <p:cNvPr id="39" name="直接连接符 38"/>
          <p:cNvCxnSpPr/>
          <p:nvPr/>
        </p:nvCxnSpPr>
        <p:spPr>
          <a:xfrm flipH="1">
            <a:off x="9596120" y="4265930"/>
            <a:ext cx="195580" cy="1725295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9755505" y="5844540"/>
            <a:ext cx="810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solidFill>
                  <a:srgbClr val="FFC000"/>
                </a:solidFill>
              </a:rPr>
              <a:t>link8</a:t>
            </a:r>
            <a:endParaRPr lang="en-US" altLang="zh-CN" i="1">
              <a:solidFill>
                <a:srgbClr val="FFC000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210310" y="3894455"/>
            <a:ext cx="1509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lane num 1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645920" y="3493135"/>
            <a:ext cx="908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2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645920" y="3053080"/>
            <a:ext cx="908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3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45" name="文本框 44"/>
          <p:cNvSpPr txBox="1"/>
          <p:nvPr>
            <p:custDataLst>
              <p:tags r:id="rId1"/>
            </p:custDataLst>
          </p:nvPr>
        </p:nvSpPr>
        <p:spPr>
          <a:xfrm>
            <a:off x="3110865" y="3938270"/>
            <a:ext cx="1509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       1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46" name="文本框 45"/>
          <p:cNvSpPr txBox="1"/>
          <p:nvPr>
            <p:custDataLst>
              <p:tags r:id="rId2"/>
            </p:custDataLst>
          </p:nvPr>
        </p:nvSpPr>
        <p:spPr>
          <a:xfrm>
            <a:off x="3546475" y="3536950"/>
            <a:ext cx="908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2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47" name="文本框 46"/>
          <p:cNvSpPr txBox="1"/>
          <p:nvPr>
            <p:custDataLst>
              <p:tags r:id="rId3"/>
            </p:custDataLst>
          </p:nvPr>
        </p:nvSpPr>
        <p:spPr>
          <a:xfrm>
            <a:off x="3546475" y="3096895"/>
            <a:ext cx="908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3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48" name="文本框 47"/>
          <p:cNvSpPr txBox="1"/>
          <p:nvPr>
            <p:custDataLst>
              <p:tags r:id="rId4"/>
            </p:custDataLst>
          </p:nvPr>
        </p:nvSpPr>
        <p:spPr>
          <a:xfrm>
            <a:off x="5068570" y="3925570"/>
            <a:ext cx="1509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       1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49" name="文本框 48"/>
          <p:cNvSpPr txBox="1"/>
          <p:nvPr>
            <p:custDataLst>
              <p:tags r:id="rId5"/>
            </p:custDataLst>
          </p:nvPr>
        </p:nvSpPr>
        <p:spPr>
          <a:xfrm>
            <a:off x="5504180" y="3524250"/>
            <a:ext cx="908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2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50" name="文本框 49"/>
          <p:cNvSpPr txBox="1"/>
          <p:nvPr>
            <p:custDataLst>
              <p:tags r:id="rId6"/>
            </p:custDataLst>
          </p:nvPr>
        </p:nvSpPr>
        <p:spPr>
          <a:xfrm>
            <a:off x="5504180" y="3084195"/>
            <a:ext cx="908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3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51" name="文本框 50"/>
          <p:cNvSpPr txBox="1"/>
          <p:nvPr>
            <p:custDataLst>
              <p:tags r:id="rId7"/>
            </p:custDataLst>
          </p:nvPr>
        </p:nvSpPr>
        <p:spPr>
          <a:xfrm>
            <a:off x="6508750" y="3839845"/>
            <a:ext cx="1509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       2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52" name="文本框 51"/>
          <p:cNvSpPr txBox="1"/>
          <p:nvPr>
            <p:custDataLst>
              <p:tags r:id="rId8"/>
            </p:custDataLst>
          </p:nvPr>
        </p:nvSpPr>
        <p:spPr>
          <a:xfrm>
            <a:off x="6944360" y="3493770"/>
            <a:ext cx="908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3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53" name="文本框 52"/>
          <p:cNvSpPr txBox="1"/>
          <p:nvPr>
            <p:custDataLst>
              <p:tags r:id="rId9"/>
            </p:custDataLst>
          </p:nvPr>
        </p:nvSpPr>
        <p:spPr>
          <a:xfrm>
            <a:off x="6944360" y="3053715"/>
            <a:ext cx="908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4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54" name="文本框 53"/>
          <p:cNvSpPr txBox="1"/>
          <p:nvPr>
            <p:custDataLst>
              <p:tags r:id="rId10"/>
            </p:custDataLst>
          </p:nvPr>
        </p:nvSpPr>
        <p:spPr>
          <a:xfrm>
            <a:off x="6503035" y="4072255"/>
            <a:ext cx="1509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       1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60" name="文本框 59"/>
          <p:cNvSpPr txBox="1"/>
          <p:nvPr>
            <p:custDataLst>
              <p:tags r:id="rId11"/>
            </p:custDataLst>
          </p:nvPr>
        </p:nvSpPr>
        <p:spPr>
          <a:xfrm>
            <a:off x="7852410" y="4460875"/>
            <a:ext cx="1509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       1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61" name="文本框 60"/>
          <p:cNvSpPr txBox="1"/>
          <p:nvPr>
            <p:custDataLst>
              <p:tags r:id="rId12"/>
            </p:custDataLst>
          </p:nvPr>
        </p:nvSpPr>
        <p:spPr>
          <a:xfrm>
            <a:off x="7889875" y="4072255"/>
            <a:ext cx="1509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       2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62" name="文本框 61"/>
          <p:cNvSpPr txBox="1"/>
          <p:nvPr>
            <p:custDataLst>
              <p:tags r:id="rId13"/>
            </p:custDataLst>
          </p:nvPr>
        </p:nvSpPr>
        <p:spPr>
          <a:xfrm>
            <a:off x="7852410" y="3461385"/>
            <a:ext cx="1509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       4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63" name="文本框 62"/>
          <p:cNvSpPr txBox="1"/>
          <p:nvPr>
            <p:custDataLst>
              <p:tags r:id="rId14"/>
            </p:custDataLst>
          </p:nvPr>
        </p:nvSpPr>
        <p:spPr>
          <a:xfrm>
            <a:off x="7889875" y="3839845"/>
            <a:ext cx="837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       3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64" name="文本框 63"/>
          <p:cNvSpPr txBox="1"/>
          <p:nvPr>
            <p:custDataLst>
              <p:tags r:id="rId15"/>
            </p:custDataLst>
          </p:nvPr>
        </p:nvSpPr>
        <p:spPr>
          <a:xfrm>
            <a:off x="7915910" y="3009900"/>
            <a:ext cx="1509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       5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65" name="文本框 64"/>
          <p:cNvSpPr txBox="1"/>
          <p:nvPr>
            <p:custDataLst>
              <p:tags r:id="rId16"/>
            </p:custDataLst>
          </p:nvPr>
        </p:nvSpPr>
        <p:spPr>
          <a:xfrm>
            <a:off x="8875395" y="5032375"/>
            <a:ext cx="1509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       1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66" name="文本框 65"/>
          <p:cNvSpPr txBox="1"/>
          <p:nvPr>
            <p:custDataLst>
              <p:tags r:id="rId17"/>
            </p:custDataLst>
          </p:nvPr>
        </p:nvSpPr>
        <p:spPr>
          <a:xfrm>
            <a:off x="8945245" y="4387850"/>
            <a:ext cx="1509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       2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67" name="文本框 66"/>
          <p:cNvSpPr txBox="1"/>
          <p:nvPr>
            <p:custDataLst>
              <p:tags r:id="rId18"/>
            </p:custDataLst>
          </p:nvPr>
        </p:nvSpPr>
        <p:spPr>
          <a:xfrm>
            <a:off x="9425305" y="5311140"/>
            <a:ext cx="1509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       1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68" name="文本框 67"/>
          <p:cNvSpPr txBox="1"/>
          <p:nvPr>
            <p:custDataLst>
              <p:tags r:id="rId19"/>
            </p:custDataLst>
          </p:nvPr>
        </p:nvSpPr>
        <p:spPr>
          <a:xfrm>
            <a:off x="9495155" y="4756150"/>
            <a:ext cx="1509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       2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4236085" y="32467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path 1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8649335" y="45446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path 1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9596120" y="33782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path 2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210310" y="4474845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这里候选集的结果会是</a:t>
            </a:r>
            <a:endParaRPr lang="zh-CN" altLang="en-US"/>
          </a:p>
          <a:p>
            <a:r>
              <a:rPr lang="en-US" altLang="zh-CN">
                <a:solidFill>
                  <a:srgbClr val="00B050"/>
                </a:solidFill>
              </a:rPr>
              <a:t>3 3 3 4 5</a:t>
            </a:r>
            <a:endParaRPr lang="en-US" altLang="zh-CN">
              <a:solidFill>
                <a:srgbClr val="00B050"/>
              </a:solidFill>
            </a:endParaRPr>
          </a:p>
          <a:p>
            <a:r>
              <a:rPr lang="en-US" altLang="zh-CN">
                <a:solidFill>
                  <a:srgbClr val="00B050"/>
                </a:solidFill>
              </a:rPr>
              <a:t>2 2 2 3 4</a:t>
            </a:r>
            <a:endParaRPr lang="en-US" altLang="zh-CN">
              <a:solidFill>
                <a:srgbClr val="00B050"/>
              </a:solidFill>
            </a:endParaRPr>
          </a:p>
          <a:p>
            <a:r>
              <a:rPr lang="en-US" altLang="zh-CN">
                <a:solidFill>
                  <a:srgbClr val="00B050"/>
                </a:solidFill>
              </a:rPr>
              <a:t>1 1 1 2 3</a:t>
            </a:r>
            <a:endParaRPr lang="en-US" altLang="zh-CN">
              <a:solidFill>
                <a:srgbClr val="00B050"/>
              </a:solidFill>
            </a:endParaRPr>
          </a:p>
          <a:p>
            <a:r>
              <a:rPr lang="en-US" altLang="zh-CN">
                <a:solidFill>
                  <a:srgbClr val="00B050"/>
                </a:solidFill>
              </a:rPr>
              <a:t>1 1 1 2 2 2 2</a:t>
            </a:r>
            <a:endParaRPr lang="en-US" altLang="zh-CN">
              <a:solidFill>
                <a:srgbClr val="00B050"/>
              </a:solidFill>
            </a:endParaRPr>
          </a:p>
          <a:p>
            <a:r>
              <a:rPr lang="en-US" altLang="zh-CN">
                <a:solidFill>
                  <a:srgbClr val="00B050"/>
                </a:solidFill>
              </a:rPr>
              <a:t>1 1 1 1 1 1 1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4070985" y="516953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同时有一条</a:t>
            </a:r>
            <a:r>
              <a:rPr lang="en-US" altLang="zh-CN"/>
              <a:t>link</a:t>
            </a:r>
            <a:r>
              <a:rPr lang="zh-CN" altLang="en-US"/>
              <a:t>序列</a:t>
            </a:r>
            <a:endParaRPr lang="zh-CN" altLang="en-US"/>
          </a:p>
          <a:p>
            <a:r>
              <a:rPr lang="en-US" altLang="zh-CN">
                <a:solidFill>
                  <a:srgbClr val="FFC000"/>
                </a:solidFill>
              </a:rPr>
              <a:t>1 2 3 4 5 7 8</a:t>
            </a:r>
            <a:endParaRPr lang="en-US" altLang="zh-CN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94385" y="293370"/>
            <a:ext cx="6366174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sz="2800" spc="200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</a:rPr>
              <a:t>实现</a:t>
            </a:r>
            <a:endParaRPr kumimoji="0" lang="zh-CN" sz="2800" i="0" spc="20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22020" y="1064895"/>
            <a:ext cx="10246995" cy="11499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tx1"/>
                </a:solidFill>
                <a:sym typeface="+mn-ea"/>
              </a:rPr>
              <a:t>5.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根据自车当前的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lane num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在候选车道集中，筛选出左中右三条最优的候选车道；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r>
              <a:rPr lang="zh-CN" altLang="en-US">
                <a:solidFill>
                  <a:schemeClr val="tx1"/>
                </a:solidFill>
                <a:sym typeface="+mn-ea"/>
              </a:rPr>
              <a:t>筛选标准，根据长度（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vector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长度）和平局曲率（或者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heading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），筛选出长度最长，曲率最小的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>
          <a:xfrm>
            <a:off x="8153055" y="5502388"/>
            <a:ext cx="2680196" cy="356739"/>
          </a:xfrm>
        </p:spPr>
        <p:txBody>
          <a:bodyPr/>
          <a:p>
            <a:fld id="{E91C5301-4C89-4C3D-830F-33EF3B52F360}" type="slidenum">
              <a:rPr lang="zh-CN" altLang="en-US" sz="780" smtClean="0"/>
            </a:fld>
            <a:endParaRPr lang="zh-CN" altLang="en-US" sz="780"/>
          </a:p>
        </p:txBody>
      </p:sp>
      <p:cxnSp>
        <p:nvCxnSpPr>
          <p:cNvPr id="3" name="直接连接符 2"/>
          <p:cNvCxnSpPr/>
          <p:nvPr>
            <p:custDataLst>
              <p:tags r:id="rId2"/>
            </p:custDataLst>
          </p:nvPr>
        </p:nvCxnSpPr>
        <p:spPr>
          <a:xfrm flipV="1">
            <a:off x="809625" y="2223135"/>
            <a:ext cx="8214995" cy="349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>
            <p:custDataLst>
              <p:tags r:id="rId3"/>
            </p:custDataLst>
          </p:nvPr>
        </p:nvCxnSpPr>
        <p:spPr>
          <a:xfrm flipV="1">
            <a:off x="801370" y="2632710"/>
            <a:ext cx="8223250" cy="222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>
            <p:custDataLst>
              <p:tags r:id="rId4"/>
            </p:custDataLst>
          </p:nvPr>
        </p:nvCxnSpPr>
        <p:spPr>
          <a:xfrm flipV="1">
            <a:off x="801370" y="3042920"/>
            <a:ext cx="8197215" cy="45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>
            <p:custDataLst>
              <p:tags r:id="rId5"/>
            </p:custDataLst>
          </p:nvPr>
        </p:nvCxnSpPr>
        <p:spPr>
          <a:xfrm flipV="1">
            <a:off x="809625" y="3495040"/>
            <a:ext cx="5476875" cy="260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 8"/>
          <p:cNvSpPr/>
          <p:nvPr>
            <p:custDataLst>
              <p:tags r:id="rId6"/>
            </p:custDataLst>
          </p:nvPr>
        </p:nvSpPr>
        <p:spPr>
          <a:xfrm>
            <a:off x="6277610" y="3496310"/>
            <a:ext cx="3500120" cy="1574800"/>
          </a:xfrm>
          <a:custGeom>
            <a:avLst/>
            <a:gdLst>
              <a:gd name="connisteX0" fmla="*/ 0 w 2777148"/>
              <a:gd name="connsiteY0" fmla="*/ 0 h 1099411"/>
              <a:gd name="connisteX1" fmla="*/ 1464945 w 2777148"/>
              <a:gd name="connsiteY1" fmla="*/ 375285 h 1099411"/>
              <a:gd name="connisteX2" fmla="*/ 2651125 w 2777148"/>
              <a:gd name="connsiteY2" fmla="*/ 1029335 h 1099411"/>
              <a:gd name="connisteX3" fmla="*/ 2694940 w 2777148"/>
              <a:gd name="connsiteY3" fmla="*/ 1055370 h 109941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2777149" h="1099412">
                <a:moveTo>
                  <a:pt x="0" y="0"/>
                </a:moveTo>
                <a:cubicBezTo>
                  <a:pt x="269240" y="62230"/>
                  <a:pt x="934720" y="169545"/>
                  <a:pt x="1464945" y="375285"/>
                </a:cubicBezTo>
                <a:cubicBezTo>
                  <a:pt x="1995170" y="581025"/>
                  <a:pt x="2405380" y="893445"/>
                  <a:pt x="2651125" y="1029335"/>
                </a:cubicBezTo>
                <a:cubicBezTo>
                  <a:pt x="2896870" y="1165225"/>
                  <a:pt x="2710180" y="1062990"/>
                  <a:pt x="2694940" y="105537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7"/>
            </p:custDataLst>
          </p:nvPr>
        </p:nvSpPr>
        <p:spPr>
          <a:xfrm>
            <a:off x="7611745" y="3470275"/>
            <a:ext cx="2258060" cy="1143635"/>
          </a:xfrm>
          <a:custGeom>
            <a:avLst/>
            <a:gdLst>
              <a:gd name="connisteX0" fmla="*/ 0 w 1814195"/>
              <a:gd name="connsiteY0" fmla="*/ 0 h 845820"/>
              <a:gd name="connisteX1" fmla="*/ 889635 w 1814195"/>
              <a:gd name="connsiteY1" fmla="*/ 261620 h 845820"/>
              <a:gd name="connisteX2" fmla="*/ 1814195 w 1814195"/>
              <a:gd name="connsiteY2" fmla="*/ 845820 h 84582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1814195" h="845820">
                <a:moveTo>
                  <a:pt x="0" y="0"/>
                </a:moveTo>
                <a:cubicBezTo>
                  <a:pt x="159385" y="40640"/>
                  <a:pt x="527050" y="92710"/>
                  <a:pt x="889635" y="261620"/>
                </a:cubicBezTo>
                <a:cubicBezTo>
                  <a:pt x="1252220" y="430530"/>
                  <a:pt x="1647190" y="734060"/>
                  <a:pt x="1814195" y="84582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>
            <p:custDataLst>
              <p:tags r:id="rId8"/>
            </p:custDataLst>
          </p:nvPr>
        </p:nvSpPr>
        <p:spPr>
          <a:xfrm>
            <a:off x="8693150" y="3475990"/>
            <a:ext cx="1482725" cy="906780"/>
          </a:xfrm>
          <a:custGeom>
            <a:avLst/>
            <a:gdLst>
              <a:gd name="connisteX0" fmla="*/ 0 w 1814195"/>
              <a:gd name="connsiteY0" fmla="*/ 0 h 845820"/>
              <a:gd name="connisteX1" fmla="*/ 889635 w 1814195"/>
              <a:gd name="connsiteY1" fmla="*/ 261620 h 845820"/>
              <a:gd name="connisteX2" fmla="*/ 1814195 w 1814195"/>
              <a:gd name="connsiteY2" fmla="*/ 845820 h 84582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1814195" h="845820">
                <a:moveTo>
                  <a:pt x="0" y="0"/>
                </a:moveTo>
                <a:cubicBezTo>
                  <a:pt x="159385" y="40640"/>
                  <a:pt x="527050" y="92710"/>
                  <a:pt x="889635" y="261620"/>
                </a:cubicBezTo>
                <a:cubicBezTo>
                  <a:pt x="1252220" y="430530"/>
                  <a:pt x="1647190" y="734060"/>
                  <a:pt x="1814195" y="84582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>
            <p:custDataLst>
              <p:tags r:id="rId9"/>
            </p:custDataLst>
          </p:nvPr>
        </p:nvCxnSpPr>
        <p:spPr>
          <a:xfrm>
            <a:off x="6355715" y="3452495"/>
            <a:ext cx="4090670" cy="260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>
            <p:custDataLst>
              <p:tags r:id="rId10"/>
            </p:custDataLst>
          </p:nvPr>
        </p:nvCxnSpPr>
        <p:spPr>
          <a:xfrm>
            <a:off x="2475230" y="2074545"/>
            <a:ext cx="0" cy="1526540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11"/>
            </p:custDataLst>
          </p:nvPr>
        </p:nvCxnSpPr>
        <p:spPr>
          <a:xfrm>
            <a:off x="4725035" y="2074545"/>
            <a:ext cx="0" cy="1526540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12"/>
            </p:custDataLst>
          </p:nvPr>
        </p:nvCxnSpPr>
        <p:spPr>
          <a:xfrm>
            <a:off x="6277610" y="2127250"/>
            <a:ext cx="0" cy="1526540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>
            <p:custDataLst>
              <p:tags r:id="rId13"/>
            </p:custDataLst>
          </p:nvPr>
        </p:nvCxnSpPr>
        <p:spPr>
          <a:xfrm>
            <a:off x="7585710" y="1909445"/>
            <a:ext cx="8890" cy="2197100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>
            <p:custDataLst>
              <p:tags r:id="rId14"/>
            </p:custDataLst>
          </p:nvPr>
        </p:nvCxnSpPr>
        <p:spPr>
          <a:xfrm>
            <a:off x="8684260" y="1865630"/>
            <a:ext cx="34925" cy="2851785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>
            <p:custDataLst>
              <p:tags r:id="rId15"/>
            </p:custDataLst>
          </p:nvPr>
        </p:nvCxnSpPr>
        <p:spPr>
          <a:xfrm flipH="1">
            <a:off x="9713595" y="3757930"/>
            <a:ext cx="270510" cy="1683385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>
            <p:custDataLst>
              <p:tags r:id="rId16"/>
            </p:custDataLst>
          </p:nvPr>
        </p:nvSpPr>
        <p:spPr>
          <a:xfrm>
            <a:off x="1402715" y="1917700"/>
            <a:ext cx="810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solidFill>
                  <a:srgbClr val="FFC000"/>
                </a:solidFill>
              </a:rPr>
              <a:t>link1</a:t>
            </a:r>
            <a:endParaRPr lang="en-US" altLang="zh-CN" i="1">
              <a:solidFill>
                <a:srgbClr val="FFC000"/>
              </a:solidFill>
            </a:endParaRPr>
          </a:p>
        </p:txBody>
      </p:sp>
      <p:sp>
        <p:nvSpPr>
          <p:cNvPr id="57" name="文本框 56"/>
          <p:cNvSpPr txBox="1"/>
          <p:nvPr>
            <p:custDataLst>
              <p:tags r:id="rId17"/>
            </p:custDataLst>
          </p:nvPr>
        </p:nvSpPr>
        <p:spPr>
          <a:xfrm>
            <a:off x="3277870" y="1846580"/>
            <a:ext cx="810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solidFill>
                  <a:srgbClr val="FFC000"/>
                </a:solidFill>
              </a:rPr>
              <a:t>link2</a:t>
            </a:r>
            <a:endParaRPr lang="en-US" altLang="zh-CN" i="1">
              <a:solidFill>
                <a:srgbClr val="FFC000"/>
              </a:solidFill>
            </a:endParaRPr>
          </a:p>
        </p:txBody>
      </p:sp>
      <p:sp>
        <p:nvSpPr>
          <p:cNvPr id="58" name="文本框 57"/>
          <p:cNvSpPr txBox="1"/>
          <p:nvPr>
            <p:custDataLst>
              <p:tags r:id="rId18"/>
            </p:custDataLst>
          </p:nvPr>
        </p:nvSpPr>
        <p:spPr>
          <a:xfrm>
            <a:off x="5174615" y="1876425"/>
            <a:ext cx="810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solidFill>
                  <a:srgbClr val="FFC000"/>
                </a:solidFill>
              </a:rPr>
              <a:t>link3</a:t>
            </a:r>
            <a:endParaRPr lang="en-US" altLang="zh-CN" i="1">
              <a:solidFill>
                <a:srgbClr val="FFC000"/>
              </a:solidFill>
            </a:endParaRPr>
          </a:p>
        </p:txBody>
      </p:sp>
      <p:sp>
        <p:nvSpPr>
          <p:cNvPr id="59" name="文本框 58"/>
          <p:cNvSpPr txBox="1"/>
          <p:nvPr>
            <p:custDataLst>
              <p:tags r:id="rId19"/>
            </p:custDataLst>
          </p:nvPr>
        </p:nvSpPr>
        <p:spPr>
          <a:xfrm>
            <a:off x="6570345" y="1876425"/>
            <a:ext cx="810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solidFill>
                  <a:srgbClr val="FFC000"/>
                </a:solidFill>
              </a:rPr>
              <a:t>link4</a:t>
            </a:r>
            <a:endParaRPr lang="en-US" altLang="zh-CN" i="1">
              <a:solidFill>
                <a:srgbClr val="FFC000"/>
              </a:solidFill>
            </a:endParaRPr>
          </a:p>
        </p:txBody>
      </p:sp>
      <p:sp>
        <p:nvSpPr>
          <p:cNvPr id="73" name="文本框 72"/>
          <p:cNvSpPr txBox="1"/>
          <p:nvPr>
            <p:custDataLst>
              <p:tags r:id="rId20"/>
            </p:custDataLst>
          </p:nvPr>
        </p:nvSpPr>
        <p:spPr>
          <a:xfrm>
            <a:off x="7734300" y="1845945"/>
            <a:ext cx="810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solidFill>
                  <a:srgbClr val="FFC000"/>
                </a:solidFill>
              </a:rPr>
              <a:t>link5</a:t>
            </a:r>
            <a:endParaRPr lang="en-US" altLang="zh-CN" i="1">
              <a:solidFill>
                <a:srgbClr val="FFC000"/>
              </a:solidFill>
            </a:endParaRPr>
          </a:p>
        </p:txBody>
      </p:sp>
      <p:sp>
        <p:nvSpPr>
          <p:cNvPr id="74" name="文本框 73"/>
          <p:cNvSpPr txBox="1"/>
          <p:nvPr>
            <p:custDataLst>
              <p:tags r:id="rId21"/>
            </p:custDataLst>
          </p:nvPr>
        </p:nvSpPr>
        <p:spPr>
          <a:xfrm>
            <a:off x="8858885" y="1845945"/>
            <a:ext cx="1386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solidFill>
                  <a:srgbClr val="FFC000"/>
                </a:solidFill>
              </a:rPr>
              <a:t>link6 ...</a:t>
            </a:r>
            <a:endParaRPr lang="en-US" altLang="zh-CN" i="1">
              <a:solidFill>
                <a:srgbClr val="FFC000"/>
              </a:solidFill>
            </a:endParaRPr>
          </a:p>
        </p:txBody>
      </p:sp>
      <p:sp>
        <p:nvSpPr>
          <p:cNvPr id="75" name="文本框 74"/>
          <p:cNvSpPr txBox="1"/>
          <p:nvPr>
            <p:custDataLst>
              <p:tags r:id="rId22"/>
            </p:custDataLst>
          </p:nvPr>
        </p:nvSpPr>
        <p:spPr>
          <a:xfrm>
            <a:off x="8544560" y="4613910"/>
            <a:ext cx="810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solidFill>
                  <a:srgbClr val="FFC000"/>
                </a:solidFill>
              </a:rPr>
              <a:t>link7</a:t>
            </a:r>
            <a:endParaRPr lang="en-US" altLang="zh-CN" i="1">
              <a:solidFill>
                <a:srgbClr val="FFC000"/>
              </a:solidFill>
            </a:endParaRPr>
          </a:p>
        </p:txBody>
      </p:sp>
      <p:cxnSp>
        <p:nvCxnSpPr>
          <p:cNvPr id="76" name="直接连接符 75"/>
          <p:cNvCxnSpPr/>
          <p:nvPr>
            <p:custDataLst>
              <p:tags r:id="rId23"/>
            </p:custDataLst>
          </p:nvPr>
        </p:nvCxnSpPr>
        <p:spPr>
          <a:xfrm flipH="1">
            <a:off x="9195435" y="3479165"/>
            <a:ext cx="195580" cy="1725295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/>
          <p:cNvSpPr txBox="1"/>
          <p:nvPr>
            <p:custDataLst>
              <p:tags r:id="rId24"/>
            </p:custDataLst>
          </p:nvPr>
        </p:nvSpPr>
        <p:spPr>
          <a:xfrm>
            <a:off x="9354820" y="5057775"/>
            <a:ext cx="810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solidFill>
                  <a:srgbClr val="FFC000"/>
                </a:solidFill>
              </a:rPr>
              <a:t>link8</a:t>
            </a:r>
            <a:endParaRPr lang="en-US" altLang="zh-CN" i="1">
              <a:solidFill>
                <a:srgbClr val="FFC000"/>
              </a:solidFill>
            </a:endParaRPr>
          </a:p>
        </p:txBody>
      </p:sp>
      <p:sp>
        <p:nvSpPr>
          <p:cNvPr id="78" name="文本框 77"/>
          <p:cNvSpPr txBox="1"/>
          <p:nvPr>
            <p:custDataLst>
              <p:tags r:id="rId25"/>
            </p:custDataLst>
          </p:nvPr>
        </p:nvSpPr>
        <p:spPr>
          <a:xfrm>
            <a:off x="809625" y="3107690"/>
            <a:ext cx="1509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lane num 1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79" name="文本框 78"/>
          <p:cNvSpPr txBox="1"/>
          <p:nvPr>
            <p:custDataLst>
              <p:tags r:id="rId26"/>
            </p:custDataLst>
          </p:nvPr>
        </p:nvSpPr>
        <p:spPr>
          <a:xfrm>
            <a:off x="1245235" y="2706370"/>
            <a:ext cx="908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2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80" name="文本框 79"/>
          <p:cNvSpPr txBox="1"/>
          <p:nvPr>
            <p:custDataLst>
              <p:tags r:id="rId27"/>
            </p:custDataLst>
          </p:nvPr>
        </p:nvSpPr>
        <p:spPr>
          <a:xfrm>
            <a:off x="1245235" y="2266315"/>
            <a:ext cx="908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3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81" name="文本框 80"/>
          <p:cNvSpPr txBox="1"/>
          <p:nvPr>
            <p:custDataLst>
              <p:tags r:id="rId28"/>
            </p:custDataLst>
          </p:nvPr>
        </p:nvSpPr>
        <p:spPr>
          <a:xfrm>
            <a:off x="2710180" y="3151505"/>
            <a:ext cx="1509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       1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82" name="文本框 81"/>
          <p:cNvSpPr txBox="1"/>
          <p:nvPr>
            <p:custDataLst>
              <p:tags r:id="rId29"/>
            </p:custDataLst>
          </p:nvPr>
        </p:nvSpPr>
        <p:spPr>
          <a:xfrm>
            <a:off x="3145790" y="2750185"/>
            <a:ext cx="908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2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83" name="文本框 82"/>
          <p:cNvSpPr txBox="1"/>
          <p:nvPr>
            <p:custDataLst>
              <p:tags r:id="rId30"/>
            </p:custDataLst>
          </p:nvPr>
        </p:nvSpPr>
        <p:spPr>
          <a:xfrm>
            <a:off x="3145790" y="2310130"/>
            <a:ext cx="908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3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84" name="文本框 83"/>
          <p:cNvSpPr txBox="1"/>
          <p:nvPr>
            <p:custDataLst>
              <p:tags r:id="rId31"/>
            </p:custDataLst>
          </p:nvPr>
        </p:nvSpPr>
        <p:spPr>
          <a:xfrm>
            <a:off x="4667885" y="3138805"/>
            <a:ext cx="1509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       1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85" name="文本框 84"/>
          <p:cNvSpPr txBox="1"/>
          <p:nvPr>
            <p:custDataLst>
              <p:tags r:id="rId32"/>
            </p:custDataLst>
          </p:nvPr>
        </p:nvSpPr>
        <p:spPr>
          <a:xfrm>
            <a:off x="5103495" y="2737485"/>
            <a:ext cx="908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2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86" name="文本框 85"/>
          <p:cNvSpPr txBox="1"/>
          <p:nvPr>
            <p:custDataLst>
              <p:tags r:id="rId33"/>
            </p:custDataLst>
          </p:nvPr>
        </p:nvSpPr>
        <p:spPr>
          <a:xfrm>
            <a:off x="5103495" y="2297430"/>
            <a:ext cx="908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3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87" name="文本框 86"/>
          <p:cNvSpPr txBox="1"/>
          <p:nvPr>
            <p:custDataLst>
              <p:tags r:id="rId34"/>
            </p:custDataLst>
          </p:nvPr>
        </p:nvSpPr>
        <p:spPr>
          <a:xfrm>
            <a:off x="6108065" y="3053080"/>
            <a:ext cx="1509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       2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88" name="文本框 87"/>
          <p:cNvSpPr txBox="1"/>
          <p:nvPr>
            <p:custDataLst>
              <p:tags r:id="rId35"/>
            </p:custDataLst>
          </p:nvPr>
        </p:nvSpPr>
        <p:spPr>
          <a:xfrm>
            <a:off x="6543675" y="2707005"/>
            <a:ext cx="908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3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89" name="文本框 88"/>
          <p:cNvSpPr txBox="1"/>
          <p:nvPr>
            <p:custDataLst>
              <p:tags r:id="rId36"/>
            </p:custDataLst>
          </p:nvPr>
        </p:nvSpPr>
        <p:spPr>
          <a:xfrm>
            <a:off x="6543675" y="2266950"/>
            <a:ext cx="908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4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90" name="文本框 89"/>
          <p:cNvSpPr txBox="1"/>
          <p:nvPr>
            <p:custDataLst>
              <p:tags r:id="rId37"/>
            </p:custDataLst>
          </p:nvPr>
        </p:nvSpPr>
        <p:spPr>
          <a:xfrm>
            <a:off x="6102350" y="3285490"/>
            <a:ext cx="1509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       1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91" name="文本框 90"/>
          <p:cNvSpPr txBox="1"/>
          <p:nvPr>
            <p:custDataLst>
              <p:tags r:id="rId38"/>
            </p:custDataLst>
          </p:nvPr>
        </p:nvSpPr>
        <p:spPr>
          <a:xfrm>
            <a:off x="7451725" y="3674110"/>
            <a:ext cx="1509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       1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92" name="文本框 91"/>
          <p:cNvSpPr txBox="1"/>
          <p:nvPr>
            <p:custDataLst>
              <p:tags r:id="rId39"/>
            </p:custDataLst>
          </p:nvPr>
        </p:nvSpPr>
        <p:spPr>
          <a:xfrm>
            <a:off x="7489190" y="3285490"/>
            <a:ext cx="1509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       2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93" name="文本框 92"/>
          <p:cNvSpPr txBox="1"/>
          <p:nvPr>
            <p:custDataLst>
              <p:tags r:id="rId40"/>
            </p:custDataLst>
          </p:nvPr>
        </p:nvSpPr>
        <p:spPr>
          <a:xfrm>
            <a:off x="7451725" y="2674620"/>
            <a:ext cx="1509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       4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94" name="文本框 93"/>
          <p:cNvSpPr txBox="1"/>
          <p:nvPr>
            <p:custDataLst>
              <p:tags r:id="rId41"/>
            </p:custDataLst>
          </p:nvPr>
        </p:nvSpPr>
        <p:spPr>
          <a:xfrm>
            <a:off x="7489190" y="3053080"/>
            <a:ext cx="837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       3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95" name="文本框 94"/>
          <p:cNvSpPr txBox="1"/>
          <p:nvPr>
            <p:custDataLst>
              <p:tags r:id="rId42"/>
            </p:custDataLst>
          </p:nvPr>
        </p:nvSpPr>
        <p:spPr>
          <a:xfrm>
            <a:off x="7515225" y="2223135"/>
            <a:ext cx="1509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       5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96" name="文本框 95"/>
          <p:cNvSpPr txBox="1"/>
          <p:nvPr>
            <p:custDataLst>
              <p:tags r:id="rId43"/>
            </p:custDataLst>
          </p:nvPr>
        </p:nvSpPr>
        <p:spPr>
          <a:xfrm>
            <a:off x="8474710" y="4245610"/>
            <a:ext cx="1509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       1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97" name="文本框 96"/>
          <p:cNvSpPr txBox="1"/>
          <p:nvPr>
            <p:custDataLst>
              <p:tags r:id="rId44"/>
            </p:custDataLst>
          </p:nvPr>
        </p:nvSpPr>
        <p:spPr>
          <a:xfrm>
            <a:off x="8544560" y="3601085"/>
            <a:ext cx="1509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       2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98" name="文本框 97"/>
          <p:cNvSpPr txBox="1"/>
          <p:nvPr>
            <p:custDataLst>
              <p:tags r:id="rId45"/>
            </p:custDataLst>
          </p:nvPr>
        </p:nvSpPr>
        <p:spPr>
          <a:xfrm>
            <a:off x="9024620" y="4524375"/>
            <a:ext cx="1509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       1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99" name="文本框 98"/>
          <p:cNvSpPr txBox="1"/>
          <p:nvPr>
            <p:custDataLst>
              <p:tags r:id="rId46"/>
            </p:custDataLst>
          </p:nvPr>
        </p:nvSpPr>
        <p:spPr>
          <a:xfrm>
            <a:off x="9094470" y="3969385"/>
            <a:ext cx="1509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       2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100" name="文本框 99"/>
          <p:cNvSpPr txBox="1"/>
          <p:nvPr>
            <p:custDataLst>
              <p:tags r:id="rId47"/>
            </p:custDataLst>
          </p:nvPr>
        </p:nvSpPr>
        <p:spPr>
          <a:xfrm>
            <a:off x="3835400" y="24599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path 1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01" name="文本框 100"/>
          <p:cNvSpPr txBox="1"/>
          <p:nvPr>
            <p:custDataLst>
              <p:tags r:id="rId48"/>
            </p:custDataLst>
          </p:nvPr>
        </p:nvSpPr>
        <p:spPr>
          <a:xfrm>
            <a:off x="809625" y="368808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最优候选集的结果会是</a:t>
            </a:r>
            <a:endParaRPr lang="zh-CN" altLang="en-US"/>
          </a:p>
          <a:p>
            <a:r>
              <a:rPr lang="zh-CN" altLang="en-US">
                <a:solidFill>
                  <a:srgbClr val="00B050"/>
                </a:solidFill>
              </a:rPr>
              <a:t>左：</a:t>
            </a:r>
            <a:r>
              <a:rPr lang="en-US" altLang="zh-CN">
                <a:solidFill>
                  <a:srgbClr val="00B050"/>
                </a:solidFill>
              </a:rPr>
              <a:t> 3 3 3 4 5</a:t>
            </a:r>
            <a:endParaRPr lang="en-US" altLang="zh-CN">
              <a:solidFill>
                <a:srgbClr val="00B050"/>
              </a:solidFill>
            </a:endParaRPr>
          </a:p>
          <a:p>
            <a:r>
              <a:rPr lang="zh-CN" altLang="en-US">
                <a:solidFill>
                  <a:srgbClr val="00B050"/>
                </a:solidFill>
              </a:rPr>
              <a:t>中：</a:t>
            </a:r>
            <a:r>
              <a:rPr lang="en-US" altLang="zh-CN">
                <a:solidFill>
                  <a:srgbClr val="00B050"/>
                </a:solidFill>
              </a:rPr>
              <a:t> 2 2 2 3 4</a:t>
            </a:r>
            <a:endParaRPr lang="en-US" altLang="zh-CN">
              <a:solidFill>
                <a:srgbClr val="00B050"/>
              </a:solidFill>
            </a:endParaRPr>
          </a:p>
          <a:p>
            <a:r>
              <a:rPr lang="zh-CN" altLang="en-US">
                <a:solidFill>
                  <a:srgbClr val="00B050"/>
                </a:solidFill>
              </a:rPr>
              <a:t>右：</a:t>
            </a:r>
            <a:r>
              <a:rPr lang="en-US" altLang="zh-CN">
                <a:solidFill>
                  <a:srgbClr val="00B050"/>
                </a:solidFill>
              </a:rPr>
              <a:t> 1 1 1 2 2 2 2 2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1846580" y="2800350"/>
            <a:ext cx="514985" cy="2266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rgbClr val="FF0000"/>
                </a:solidFill>
              </a:rPr>
              <a:t>ego</a:t>
            </a:r>
            <a:endParaRPr lang="en-US" altLang="zh-CN" sz="1200">
              <a:solidFill>
                <a:srgbClr val="FF0000"/>
              </a:solidFill>
            </a:endParaRPr>
          </a:p>
        </p:txBody>
      </p:sp>
      <p:sp>
        <p:nvSpPr>
          <p:cNvPr id="103" name="文本框 102"/>
          <p:cNvSpPr txBox="1"/>
          <p:nvPr>
            <p:custDataLst>
              <p:tags r:id="rId49"/>
            </p:custDataLst>
          </p:nvPr>
        </p:nvSpPr>
        <p:spPr>
          <a:xfrm>
            <a:off x="743585" y="5057775"/>
            <a:ext cx="10246995" cy="11499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tx1"/>
                </a:solidFill>
                <a:sym typeface="+mn-ea"/>
              </a:rPr>
              <a:t>6.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并根据工况将左中右三条车道附上优先级，优先级标准：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 1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长度最优先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r>
              <a:rPr lang="zh-CN" altLang="en-US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自车车道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 3)   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平均曲率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94385" y="293370"/>
            <a:ext cx="6366174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sz="2800" spc="200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</a:rPr>
              <a:t>实现</a:t>
            </a:r>
            <a:endParaRPr kumimoji="0" lang="zh-CN" sz="2800" i="0" spc="20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22020" y="1064895"/>
            <a:ext cx="10246995" cy="11499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tx1"/>
                </a:solidFill>
                <a:sym typeface="+mn-ea"/>
              </a:rPr>
              <a:t>7. </a:t>
            </a:r>
            <a:r>
              <a:rPr lang="zh-CN">
                <a:solidFill>
                  <a:schemeClr val="tx1"/>
                </a:solidFill>
                <a:sym typeface="+mn-ea"/>
              </a:rPr>
              <a:t>根据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link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序列和候选车道集，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提取每条的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lane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lane type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LaneType_ON_RAMP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和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LaneType_OFF_RAMP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即为匝道入口和出口，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r>
              <a:rPr lang="zh-CN" altLang="en-US">
                <a:solidFill>
                  <a:schemeClr val="tx1"/>
                </a:solidFill>
                <a:sym typeface="+mn-ea"/>
              </a:rPr>
              <a:t>记录到达该位置的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offset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累加值即为距离该位置的距离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7"/>
          <p:cNvSpPr>
            <a:spLocks noGrp="1"/>
          </p:cNvSpPr>
          <p:nvPr/>
        </p:nvSpPr>
        <p:spPr>
          <a:xfrm>
            <a:off x="567118" y="2499794"/>
            <a:ext cx="4614341" cy="5614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zh-CN" altLang="en-US" sz="3600" b="1" kern="1200" dirty="0" smtClean="0">
                <a:solidFill>
                  <a:schemeClr val="bg1"/>
                </a:solidFill>
                <a:effectLst>
                  <a:outerShdw blurRad="127000" dist="76200" dir="2700000" algn="tl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6450" dirty="0">
                <a:solidFill>
                  <a:srgbClr val="5B6E7E"/>
                </a:solidFill>
                <a:effectLst/>
                <a:uFillTx/>
                <a:latin typeface="+mj-lt"/>
                <a:ea typeface="+mj-ea"/>
                <a:cs typeface="+mj-lt"/>
              </a:rPr>
              <a:t>THANK</a:t>
            </a:r>
            <a:r>
              <a:rPr lang="en-US" altLang="zh-CN" sz="6450" dirty="0">
                <a:solidFill>
                  <a:srgbClr val="5ECFE3"/>
                </a:solidFill>
                <a:effectLst/>
                <a:uFillTx/>
                <a:latin typeface="+mj-lt"/>
                <a:ea typeface="+mj-ea"/>
                <a:cs typeface="+mj-lt"/>
              </a:rPr>
              <a:t>S</a:t>
            </a:r>
            <a:endParaRPr lang="en-US" altLang="zh-CN" sz="6450" dirty="0">
              <a:solidFill>
                <a:srgbClr val="5ECFE3"/>
              </a:solidFill>
              <a:effectLst/>
              <a:uFillTx/>
              <a:latin typeface="+mj-lt"/>
              <a:ea typeface="+mj-ea"/>
              <a:cs typeface="+mj-lt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8553740" y="6289153"/>
            <a:ext cx="2680196" cy="356739"/>
          </a:xfrm>
        </p:spPr>
        <p:txBody>
          <a:bodyPr/>
          <a:lstStyle/>
          <a:p>
            <a:fld id="{E91C5301-4C89-4C3D-830F-33EF3B52F360}" type="slidenum">
              <a:rPr lang="zh-CN" altLang="en-US" sz="780" smtClean="0"/>
            </a:fld>
            <a:endParaRPr lang="zh-CN" altLang="en-US" sz="78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  <p:tag name="KSO_WM_UNIT_PLACING_PICTURE_USER_VIEWPORT" val="{&quot;height&quot;:7710,&quot;width&quot;:12360}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COMMONDATA" val="eyJoZGlkIjoiNTE3NzFmNjBlYzNlNWM0NGQwYWNhMWZiY2EzMTVhNTIifQ=="/>
  <p:tag name="KSO_WPP_MARK_KEY" val="625b0543-e55c-433a-9734-c715018eb3de"/>
</p:tagLst>
</file>

<file path=ppt/theme/theme1.xml><?xml version="1.0" encoding="utf-8"?>
<a:theme xmlns:a="http://schemas.openxmlformats.org/drawingml/2006/main" name="Office 主题​​">
  <a:themeElements>
    <a:clrScheme name="吉咖主题色">
      <a:dk1>
        <a:srgbClr val="000000"/>
      </a:dk1>
      <a:lt1>
        <a:srgbClr val="FFFFFF"/>
      </a:lt1>
      <a:dk2>
        <a:srgbClr val="5A6E7F"/>
      </a:dk2>
      <a:lt2>
        <a:srgbClr val="8D989E"/>
      </a:lt2>
      <a:accent1>
        <a:srgbClr val="5ECFE3"/>
      </a:accent1>
      <a:accent2>
        <a:srgbClr val="F0FCFF"/>
      </a:accent2>
      <a:accent3>
        <a:srgbClr val="003743"/>
      </a:accent3>
      <a:accent4>
        <a:srgbClr val="211919"/>
      </a:accent4>
      <a:accent5>
        <a:srgbClr val="FFFFFF"/>
      </a:accent5>
      <a:accent6>
        <a:srgbClr val="BFC8CB"/>
      </a:accent6>
      <a:hlink>
        <a:srgbClr val="5FCFE3"/>
      </a:hlink>
      <a:folHlink>
        <a:srgbClr val="5A6E7E"/>
      </a:folHlink>
    </a:clrScheme>
    <a:fontScheme name="主题文字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1424</Words>
  <Application>WPS 演示</Application>
  <PresentationFormat>宽屏</PresentationFormat>
  <Paragraphs>226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OPPOSans R</vt:lpstr>
      <vt:lpstr>Arial</vt:lpstr>
      <vt:lpstr>Arial Unicode MS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游正民</cp:lastModifiedBy>
  <cp:revision>324</cp:revision>
  <dcterms:created xsi:type="dcterms:W3CDTF">2023-01-17T01:20:00Z</dcterms:created>
  <dcterms:modified xsi:type="dcterms:W3CDTF">2023-11-06T06:47:36Z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3AAA04E6146F51BDEC17C2634E6C6A74</vt:lpwstr>
  </property>
  <property fmtid="{D5CDD505-2E9C-101B-9397-08002B2CF9AE}" pid="3" name="KSOProductBuildVer">
    <vt:lpwstr>2052-11.1.0.13703</vt:lpwstr>
  </property>
</Properties>
</file>